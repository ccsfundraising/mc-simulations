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2" r:id="rId1"/>
    <p:sldMasterId id="2147483669" r:id="rId2"/>
  </p:sldMasterIdLst>
  <p:sldIdLst>
    <p:sldId id="350" r:id="rId3"/>
    <p:sldId id="25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F6F6"/>
    <a:srgbClr val="E1523D"/>
    <a:srgbClr val="254A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621"/>
    <p:restoredTop sz="96327"/>
  </p:normalViewPr>
  <p:slideViewPr>
    <p:cSldViewPr snapToGrid="0">
      <p:cViewPr varScale="1">
        <p:scale>
          <a:sx n="111" d="100"/>
          <a:sy n="111" d="100"/>
        </p:scale>
        <p:origin x="55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vin Heanue" userId="7590fe87-f85b-4db3-af49-40606f5bf96f" providerId="ADAL" clId="{0AE716D6-5FAA-4FA4-BA3F-12263BBDF976}"/>
    <pc:docChg chg="undo custSel addSld delSld modSld modMainMaster">
      <pc:chgData name="Devin Heanue" userId="7590fe87-f85b-4db3-af49-40606f5bf96f" providerId="ADAL" clId="{0AE716D6-5FAA-4FA4-BA3F-12263BBDF976}" dt="2026-03-26T14:54:47.439" v="86" actId="1076"/>
      <pc:docMkLst>
        <pc:docMk/>
      </pc:docMkLst>
      <pc:sldChg chg="modSp mod">
        <pc:chgData name="Devin Heanue" userId="7590fe87-f85b-4db3-af49-40606f5bf96f" providerId="ADAL" clId="{0AE716D6-5FAA-4FA4-BA3F-12263BBDF976}" dt="2026-03-19T15:26:10.314" v="9" actId="207"/>
        <pc:sldMkLst>
          <pc:docMk/>
          <pc:sldMk cId="327460940" sldId="257"/>
        </pc:sldMkLst>
        <pc:spChg chg="mod">
          <ac:chgData name="Devin Heanue" userId="7590fe87-f85b-4db3-af49-40606f5bf96f" providerId="ADAL" clId="{0AE716D6-5FAA-4FA4-BA3F-12263BBDF976}" dt="2026-03-19T15:26:10.314" v="9" actId="207"/>
          <ac:spMkLst>
            <pc:docMk/>
            <pc:sldMk cId="327460940" sldId="257"/>
            <ac:spMk id="2" creationId="{FFB7382F-546E-F283-25FF-AEE2E88255DF}"/>
          </ac:spMkLst>
        </pc:spChg>
      </pc:sldChg>
      <pc:sldChg chg="modSp">
        <pc:chgData name="Devin Heanue" userId="7590fe87-f85b-4db3-af49-40606f5bf96f" providerId="ADAL" clId="{0AE716D6-5FAA-4FA4-BA3F-12263BBDF976}" dt="2026-03-19T13:58:48.720" v="1"/>
        <pc:sldMkLst>
          <pc:docMk/>
          <pc:sldMk cId="3275027838" sldId="350"/>
        </pc:sldMkLst>
        <pc:spChg chg="mod">
          <ac:chgData name="Devin Heanue" userId="7590fe87-f85b-4db3-af49-40606f5bf96f" providerId="ADAL" clId="{0AE716D6-5FAA-4FA4-BA3F-12263BBDF976}" dt="2026-03-19T13:58:48.720" v="1"/>
          <ac:spMkLst>
            <pc:docMk/>
            <pc:sldMk cId="3275027838" sldId="350"/>
            <ac:spMk id="3" creationId="{5AC44777-8983-4366-4BC2-D62330047D28}"/>
          </ac:spMkLst>
        </pc:spChg>
        <pc:picChg chg="mod">
          <ac:chgData name="Devin Heanue" userId="7590fe87-f85b-4db3-af49-40606f5bf96f" providerId="ADAL" clId="{0AE716D6-5FAA-4FA4-BA3F-12263BBDF976}" dt="2026-03-19T13:58:48.720" v="1"/>
          <ac:picMkLst>
            <pc:docMk/>
            <pc:sldMk cId="3275027838" sldId="350"/>
            <ac:picMk id="7" creationId="{4DB909B4-2FA7-D63C-BE73-8D3C3EDF99F8}"/>
          </ac:picMkLst>
        </pc:picChg>
      </pc:sldChg>
      <pc:sldMasterChg chg="modSldLayout">
        <pc:chgData name="Devin Heanue" userId="7590fe87-f85b-4db3-af49-40606f5bf96f" providerId="ADAL" clId="{0AE716D6-5FAA-4FA4-BA3F-12263BBDF976}" dt="2026-03-19T13:58:30.797" v="0" actId="16037"/>
        <pc:sldMasterMkLst>
          <pc:docMk/>
          <pc:sldMasterMk cId="1628519446" sldId="2147483662"/>
        </pc:sldMasterMkLst>
        <pc:sldLayoutChg chg="modSp">
          <pc:chgData name="Devin Heanue" userId="7590fe87-f85b-4db3-af49-40606f5bf96f" providerId="ADAL" clId="{0AE716D6-5FAA-4FA4-BA3F-12263BBDF976}" dt="2026-03-19T13:58:30.797" v="0" actId="16037"/>
          <pc:sldLayoutMkLst>
            <pc:docMk/>
            <pc:sldMasterMk cId="1628519446" sldId="2147483662"/>
            <pc:sldLayoutMk cId="2057324489" sldId="2147483668"/>
          </pc:sldLayoutMkLst>
          <pc:spChg chg="mod">
            <ac:chgData name="Devin Heanue" userId="7590fe87-f85b-4db3-af49-40606f5bf96f" providerId="ADAL" clId="{0AE716D6-5FAA-4FA4-BA3F-12263BBDF976}" dt="2026-03-19T13:58:30.797" v="0" actId="16037"/>
            <ac:spMkLst>
              <pc:docMk/>
              <pc:sldMasterMk cId="1628519446" sldId="2147483662"/>
              <pc:sldLayoutMk cId="2057324489" sldId="2147483668"/>
              <ac:spMk id="26" creationId="{ADD87412-82D6-A515-DF8B-025EDE80E7BF}"/>
            </ac:spMkLst>
          </pc:spChg>
        </pc:sldLayoutChg>
      </pc:sldMasterChg>
      <pc:sldMasterChg chg="addSp modSldLayout sldLayoutOrd">
        <pc:chgData name="Devin Heanue" userId="7590fe87-f85b-4db3-af49-40606f5bf96f" providerId="ADAL" clId="{0AE716D6-5FAA-4FA4-BA3F-12263BBDF976}" dt="2026-03-26T14:54:47.439" v="86" actId="1076"/>
        <pc:sldMasterMkLst>
          <pc:docMk/>
          <pc:sldMasterMk cId="2908370257" sldId="2147483669"/>
        </pc:sldMasterMkLst>
        <pc:spChg chg="add">
          <ac:chgData name="Devin Heanue" userId="7590fe87-f85b-4db3-af49-40606f5bf96f" providerId="ADAL" clId="{0AE716D6-5FAA-4FA4-BA3F-12263BBDF976}" dt="2026-03-19T13:58:48.720" v="1"/>
          <ac:spMkLst>
            <pc:docMk/>
            <pc:sldMasterMk cId="2908370257" sldId="2147483669"/>
            <ac:spMk id="7" creationId="{4DB2B117-B05E-B3D6-71CB-835C5A728637}"/>
          </ac:spMkLst>
        </pc:spChg>
        <pc:sldLayoutChg chg="delSp modSp mod ord">
          <pc:chgData name="Devin Heanue" userId="7590fe87-f85b-4db3-af49-40606f5bf96f" providerId="ADAL" clId="{0AE716D6-5FAA-4FA4-BA3F-12263BBDF976}" dt="2026-03-19T15:55:16.510" v="26" actId="14100"/>
          <pc:sldLayoutMkLst>
            <pc:docMk/>
            <pc:sldMasterMk cId="2908370257" sldId="2147483669"/>
            <pc:sldLayoutMk cId="176462580" sldId="2147483671"/>
          </pc:sldLayoutMkLst>
          <pc:spChg chg="mod">
            <ac:chgData name="Devin Heanue" userId="7590fe87-f85b-4db3-af49-40606f5bf96f" providerId="ADAL" clId="{0AE716D6-5FAA-4FA4-BA3F-12263BBDF976}" dt="2026-03-19T15:55:16.510" v="26" actId="14100"/>
            <ac:spMkLst>
              <pc:docMk/>
              <pc:sldMasterMk cId="2908370257" sldId="2147483669"/>
              <pc:sldLayoutMk cId="176462580" sldId="2147483671"/>
              <ac:spMk id="3" creationId="{161CCDB9-B20B-B812-9DCA-0122035D8EEE}"/>
            </ac:spMkLst>
          </pc:spChg>
        </pc:sldLayoutChg>
        <pc:sldLayoutChg chg="modSp mod ord">
          <pc:chgData name="Devin Heanue" userId="7590fe87-f85b-4db3-af49-40606f5bf96f" providerId="ADAL" clId="{0AE716D6-5FAA-4FA4-BA3F-12263BBDF976}" dt="2026-03-19T15:49:12.740" v="19" actId="12"/>
          <pc:sldLayoutMkLst>
            <pc:docMk/>
            <pc:sldMasterMk cId="2908370257" sldId="2147483669"/>
            <pc:sldLayoutMk cId="652845060" sldId="2147483681"/>
          </pc:sldLayoutMkLst>
          <pc:spChg chg="mod">
            <ac:chgData name="Devin Heanue" userId="7590fe87-f85b-4db3-af49-40606f5bf96f" providerId="ADAL" clId="{0AE716D6-5FAA-4FA4-BA3F-12263BBDF976}" dt="2026-03-19T15:41:37.800" v="10" actId="12"/>
            <ac:spMkLst>
              <pc:docMk/>
              <pc:sldMasterMk cId="2908370257" sldId="2147483669"/>
              <pc:sldLayoutMk cId="652845060" sldId="2147483681"/>
              <ac:spMk id="5" creationId="{33A7C9B6-DBD7-2B61-DD27-B359459C6DBE}"/>
            </ac:spMkLst>
          </pc:spChg>
          <pc:spChg chg="mod">
            <ac:chgData name="Devin Heanue" userId="7590fe87-f85b-4db3-af49-40606f5bf96f" providerId="ADAL" clId="{0AE716D6-5FAA-4FA4-BA3F-12263BBDF976}" dt="2026-03-19T15:49:12.740" v="19" actId="12"/>
            <ac:spMkLst>
              <pc:docMk/>
              <pc:sldMasterMk cId="2908370257" sldId="2147483669"/>
              <pc:sldLayoutMk cId="652845060" sldId="2147483681"/>
              <ac:spMk id="7" creationId="{6F5952BE-55A5-1C39-5E5E-035243667E75}"/>
            </ac:spMkLst>
          </pc:spChg>
        </pc:sldLayoutChg>
        <pc:sldLayoutChg chg="modSp mod ord">
          <pc:chgData name="Devin Heanue" userId="7590fe87-f85b-4db3-af49-40606f5bf96f" providerId="ADAL" clId="{0AE716D6-5FAA-4FA4-BA3F-12263BBDF976}" dt="2026-03-26T14:54:47.439" v="86" actId="1076"/>
          <pc:sldLayoutMkLst>
            <pc:docMk/>
            <pc:sldMasterMk cId="2908370257" sldId="2147483669"/>
            <pc:sldLayoutMk cId="2751855050" sldId="2147483682"/>
          </pc:sldLayoutMkLst>
          <pc:spChg chg="mod">
            <ac:chgData name="Devin Heanue" userId="7590fe87-f85b-4db3-af49-40606f5bf96f" providerId="ADAL" clId="{0AE716D6-5FAA-4FA4-BA3F-12263BBDF976}" dt="2026-03-26T14:54:47.439" v="86" actId="1076"/>
            <ac:spMkLst>
              <pc:docMk/>
              <pc:sldMasterMk cId="2908370257" sldId="2147483669"/>
              <pc:sldLayoutMk cId="2751855050" sldId="2147483682"/>
              <ac:spMk id="3" creationId="{4B628F13-B15B-4945-6975-DCF8412B5C9E}"/>
            </ac:spMkLst>
          </pc:spChg>
          <pc:spChg chg="mod">
            <ac:chgData name="Devin Heanue" userId="7590fe87-f85b-4db3-af49-40606f5bf96f" providerId="ADAL" clId="{0AE716D6-5FAA-4FA4-BA3F-12263BBDF976}" dt="2026-03-26T14:54:20.792" v="63" actId="1035"/>
            <ac:spMkLst>
              <pc:docMk/>
              <pc:sldMasterMk cId="2908370257" sldId="2147483669"/>
              <pc:sldLayoutMk cId="2751855050" sldId="2147483682"/>
              <ac:spMk id="7" creationId="{5D25FE66-B53A-8B48-70E2-83DC098AC097}"/>
            </ac:spMkLst>
          </pc:spChg>
          <pc:spChg chg="mod">
            <ac:chgData name="Devin Heanue" userId="7590fe87-f85b-4db3-af49-40606f5bf96f" providerId="ADAL" clId="{0AE716D6-5FAA-4FA4-BA3F-12263BBDF976}" dt="2026-03-19T15:58:18.529" v="30" actId="2711"/>
            <ac:spMkLst>
              <pc:docMk/>
              <pc:sldMasterMk cId="2908370257" sldId="2147483669"/>
              <pc:sldLayoutMk cId="2751855050" sldId="2147483682"/>
              <ac:spMk id="11" creationId="{1D170998-718F-3990-FBF1-2156D86F9EBA}"/>
            </ac:spMkLst>
          </pc:spChg>
          <pc:spChg chg="mod">
            <ac:chgData name="Devin Heanue" userId="7590fe87-f85b-4db3-af49-40606f5bf96f" providerId="ADAL" clId="{0AE716D6-5FAA-4FA4-BA3F-12263BBDF976}" dt="2026-03-23T14:00:38.745" v="36" actId="947"/>
            <ac:spMkLst>
              <pc:docMk/>
              <pc:sldMasterMk cId="2908370257" sldId="2147483669"/>
              <pc:sldLayoutMk cId="2751855050" sldId="2147483682"/>
              <ac:spMk id="14" creationId="{50619ED4-83A9-4A87-B261-251D662DE27A}"/>
            </ac:spMkLst>
          </pc:spChg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E2613DF8-3B01-5433-BB6D-F11366722BA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-30162" y="0"/>
            <a:ext cx="7928911" cy="6858000"/>
          </a:xfrm>
          <a:custGeom>
            <a:avLst/>
            <a:gdLst>
              <a:gd name="connsiteX0" fmla="*/ 0 w 7928911"/>
              <a:gd name="connsiteY0" fmla="*/ 0 h 6858000"/>
              <a:gd name="connsiteX1" fmla="*/ 7928911 w 7928911"/>
              <a:gd name="connsiteY1" fmla="*/ 0 h 6858000"/>
              <a:gd name="connsiteX2" fmla="*/ 1070911 w 7928911"/>
              <a:gd name="connsiteY2" fmla="*/ 6858000 h 6858000"/>
              <a:gd name="connsiteX3" fmla="*/ 0 w 792891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28911" h="6858000">
                <a:moveTo>
                  <a:pt x="0" y="0"/>
                </a:moveTo>
                <a:lnTo>
                  <a:pt x="7928911" y="0"/>
                </a:lnTo>
                <a:lnTo>
                  <a:pt x="1070911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26" name="Presentation_TItle">
            <a:extLst>
              <a:ext uri="{FF2B5EF4-FFF2-40B4-BE49-F238E27FC236}">
                <a16:creationId xmlns:a16="http://schemas.microsoft.com/office/drawing/2014/main" id="{ADD87412-82D6-A515-DF8B-025EDE80E7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49365" y="3505200"/>
            <a:ext cx="5562600" cy="11430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Multi-Line</a:t>
            </a:r>
            <a:br>
              <a:rPr lang="en-US" dirty="0"/>
            </a:br>
            <a:r>
              <a:rPr lang="en-US" dirty="0"/>
              <a:t>Title of Presentation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5422D96-EB6F-9EE4-2D78-3043BC60F2C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03753" y="536878"/>
            <a:ext cx="1018401" cy="590745"/>
          </a:xfrm>
          <a:prstGeom prst="rect">
            <a:avLst/>
          </a:prstGeom>
        </p:spPr>
      </p:pic>
      <p:sp>
        <p:nvSpPr>
          <p:cNvPr id="5" name="orgname">
            <a:extLst>
              <a:ext uri="{FF2B5EF4-FFF2-40B4-BE49-F238E27FC236}">
                <a16:creationId xmlns:a16="http://schemas.microsoft.com/office/drawing/2014/main" id="{33A7C9B6-DBD7-2B61-DD27-B359459C6D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49365" y="4924425"/>
            <a:ext cx="5561012" cy="320040"/>
          </a:xfrm>
        </p:spPr>
        <p:txBody>
          <a:bodyPr tIns="0" bIns="0" anchor="ctr" anchorCtr="0"/>
          <a:lstStyle/>
          <a:p>
            <a:pPr lvl="0"/>
            <a:endParaRPr lang="en-US" dirty="0"/>
          </a:p>
        </p:txBody>
      </p:sp>
      <p:sp>
        <p:nvSpPr>
          <p:cNvPr id="7" name="month_year">
            <a:extLst>
              <a:ext uri="{FF2B5EF4-FFF2-40B4-BE49-F238E27FC236}">
                <a16:creationId xmlns:a16="http://schemas.microsoft.com/office/drawing/2014/main" id="{6F5952BE-55A5-1C39-5E5E-035243667E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49365" y="5275070"/>
            <a:ext cx="5561012" cy="320040"/>
          </a:xfrm>
        </p:spPr>
        <p:txBody>
          <a:bodyPr tIns="0" bIns="0" anchor="ctr" anchorCtr="0"/>
          <a:lstStyle/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73244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1E5CF-B57F-11D8-4B7E-93D12B2961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F38BD7-A342-3C04-1BA8-09A7137324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D274C2-C52A-3D2B-F812-8AB561AED1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24283-4C9C-384C-9A69-259DDC60D95C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3B1A77-BB61-9A64-9618-B84C13CCE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AE0434-5983-1589-9437-D1DCC3A1F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87DFE-4FDB-D24C-BF31-EE770609F1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9588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6FDDD-6DEB-0CC8-F7D2-E678FFB543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C17EEE-972D-BDA4-51AE-1CD089BCAB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CBDE5B-A11F-7CFB-9DBB-D7F3C0512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24283-4C9C-384C-9A69-259DDC60D95C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D984E3-F8EC-5DF5-D384-415A1875B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89436-E38C-5CC2-360B-534411C1F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87DFE-4FDB-D24C-BF31-EE770609F1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2929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45619-E2A7-0CDB-DEF7-3DF4A87AC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27C8F3-733B-AB4F-1DD9-C6D274F43E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AD702D-8651-EDB2-6A13-81810ACD11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80D182-7E8E-62E8-C21F-A2EAB16F7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24283-4C9C-384C-9A69-259DDC60D95C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CD7B99-7356-05F8-11FF-55E9D4DC1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D69FAD-31A5-6DC0-51F0-F3316D81C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87DFE-4FDB-D24C-BF31-EE770609F1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0006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5D074-70E5-69DA-2FD9-2FE09DDB9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1CA872-8725-AE64-893F-D65F314EC5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7A1DA4-D98A-4B25-B064-108D3CB087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B6FB19-1698-209D-DEC5-637B881D43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8175BB-CA7E-E16B-3DC9-7E60C73A23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2E1672-E604-BF9E-A250-F88FCAE9A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24283-4C9C-384C-9A69-259DDC60D95C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32827A-2145-BAE1-A005-9EE4648DC8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3243C6A-E4F1-B7C6-3B6A-7345CCAA6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87DFE-4FDB-D24C-BF31-EE770609F1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613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291D0-8A13-B188-9C8D-9D1B75EF3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CF389F-53F3-8AD1-5720-9239FE08F9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24283-4C9C-384C-9A69-259DDC60D95C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B2B374-7F88-4CCC-D654-9E1E76B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4A2FD7-CF06-FC7C-9E2E-FD8EA68F5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87DFE-4FDB-D24C-BF31-EE770609F1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7403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0868B3-6050-E4A0-D327-CED0AFE11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24283-4C9C-384C-9A69-259DDC60D95C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51A859-7003-3B9A-2C3B-BA0930531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FE14A9-DF26-896D-2B4A-CCF8221ED8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87DFE-4FDB-D24C-BF31-EE770609F1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99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95E43-7108-6400-4ACB-8D3B64870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6145E6-EB02-A5D5-8429-4F34E33E7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42A8D1-435D-E831-ECC4-6EDF22B9CD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83C4F4-4EC6-BA35-6A63-9E22BA7DB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24283-4C9C-384C-9A69-259DDC60D95C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887943-497B-A4D3-CA7A-122E311AD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1263D5-750B-10E2-A772-F87DC6E489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87DFE-4FDB-D24C-BF31-EE770609F1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140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7F149-1518-FB8F-C977-0035F552F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C558619-ADB3-BFD1-F76D-4B9629730D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C3AA6D-9909-E025-E0F3-EF99C11195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712D33-CA25-A92F-127B-A864A73C2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24283-4C9C-384C-9A69-259DDC60D95C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DDB349-3FE1-AEA8-22DF-E39DD90DA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520DE-E8CE-DBDE-4994-4473BA5F5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87DFE-4FDB-D24C-BF31-EE770609F1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1169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9418A-DE57-FE10-A1C0-A6DC1DD1A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3B7BB6-620A-C21F-9352-8D9B6174A1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F1EFFB-FC7A-A41F-17B2-45F1B4BCA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24283-4C9C-384C-9A69-259DDC60D95C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3524EC-4DC5-4B39-9780-E77E044D4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0FD795-18A7-21E1-FAEC-9EB7C42D9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87DFE-4FDB-D24C-BF31-EE770609F1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067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ED0C766-9EFF-1E7F-1FE9-6FC778F29A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453528-D16B-0C7F-B794-31654DC1AA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E47AB-4F36-1CC1-51E4-C2D4CC120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24283-4C9C-384C-9A69-259DDC60D95C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40C66A-7D88-6F77-22A1-CE0FA0DDBB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6F5492-4146-BBE9-A3F1-EABD7D1B0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87DFE-4FDB-D24C-BF31-EE770609F1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3380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E2613DF8-3B01-5433-BB6D-F11366722BA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-30162" y="0"/>
            <a:ext cx="7928911" cy="6858000"/>
          </a:xfrm>
          <a:custGeom>
            <a:avLst/>
            <a:gdLst>
              <a:gd name="connsiteX0" fmla="*/ 0 w 7928911"/>
              <a:gd name="connsiteY0" fmla="*/ 0 h 6858000"/>
              <a:gd name="connsiteX1" fmla="*/ 7928911 w 7928911"/>
              <a:gd name="connsiteY1" fmla="*/ 0 h 6858000"/>
              <a:gd name="connsiteX2" fmla="*/ 1070911 w 7928911"/>
              <a:gd name="connsiteY2" fmla="*/ 6858000 h 6858000"/>
              <a:gd name="connsiteX3" fmla="*/ 0 w 792891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28911" h="6858000">
                <a:moveTo>
                  <a:pt x="0" y="0"/>
                </a:moveTo>
                <a:lnTo>
                  <a:pt x="7928911" y="0"/>
                </a:lnTo>
                <a:lnTo>
                  <a:pt x="1070911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26" name="Presentation_TItle">
            <a:extLst>
              <a:ext uri="{FF2B5EF4-FFF2-40B4-BE49-F238E27FC236}">
                <a16:creationId xmlns:a16="http://schemas.microsoft.com/office/drawing/2014/main" id="{ADD87412-82D6-A515-DF8B-025EDE80E7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49365" y="3505200"/>
            <a:ext cx="5562600" cy="11430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Multi-Line</a:t>
            </a:r>
            <a:br>
              <a:rPr lang="en-US" dirty="0"/>
            </a:br>
            <a:r>
              <a:rPr lang="en-US" dirty="0"/>
              <a:t>Title of Presentation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5422D96-EB6F-9EE4-2D78-3043BC60F2C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03753" y="536878"/>
            <a:ext cx="1018401" cy="590745"/>
          </a:xfrm>
          <a:prstGeom prst="rect">
            <a:avLst/>
          </a:prstGeom>
        </p:spPr>
      </p:pic>
      <p:sp>
        <p:nvSpPr>
          <p:cNvPr id="5" name="orgname">
            <a:extLst>
              <a:ext uri="{FF2B5EF4-FFF2-40B4-BE49-F238E27FC236}">
                <a16:creationId xmlns:a16="http://schemas.microsoft.com/office/drawing/2014/main" id="{33A7C9B6-DBD7-2B61-DD27-B359459C6D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49365" y="4924425"/>
            <a:ext cx="5561012" cy="320040"/>
          </a:xfrm>
        </p:spPr>
        <p:txBody>
          <a:bodyPr tIns="0" bIns="0" anchor="ctr" anchorCtr="0"/>
          <a:lstStyle>
            <a:lvl1pPr>
              <a:buNone/>
              <a:defRPr/>
            </a:lvl1pPr>
          </a:lstStyle>
          <a:p>
            <a:pPr lvl="0"/>
            <a:endParaRPr lang="en-US" dirty="0"/>
          </a:p>
        </p:txBody>
      </p:sp>
      <p:sp>
        <p:nvSpPr>
          <p:cNvPr id="7" name="month_year">
            <a:extLst>
              <a:ext uri="{FF2B5EF4-FFF2-40B4-BE49-F238E27FC236}">
                <a16:creationId xmlns:a16="http://schemas.microsoft.com/office/drawing/2014/main" id="{6F5952BE-55A5-1C39-5E5E-035243667E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49365" y="5275070"/>
            <a:ext cx="5561012" cy="320040"/>
          </a:xfrm>
        </p:spPr>
        <p:txBody>
          <a:bodyPr tIns="0" bIns="0" anchor="ctr" anchorCtr="0"/>
          <a:lstStyle>
            <a:lvl1pPr>
              <a:buNone/>
              <a:defRPr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28450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lot_table_side_by_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ubtitle">
            <a:extLst>
              <a:ext uri="{FF2B5EF4-FFF2-40B4-BE49-F238E27FC236}">
                <a16:creationId xmlns:a16="http://schemas.microsoft.com/office/drawing/2014/main" id="{50619ED4-83A9-4A87-B261-251D662DE27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57200" y="1074725"/>
            <a:ext cx="11049000" cy="3302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400" b="0" i="0" spc="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2000" spc="200" baseline="0">
                <a:solidFill>
                  <a:schemeClr val="bg1">
                    <a:lumMod val="50000"/>
                  </a:schemeClr>
                </a:solidFill>
              </a:defRPr>
            </a:lvl2pPr>
            <a:lvl3pPr marL="914400" indent="0">
              <a:buNone/>
              <a:defRPr sz="2000" spc="200" baseline="0">
                <a:solidFill>
                  <a:schemeClr val="bg1">
                    <a:lumMod val="50000"/>
                  </a:schemeClr>
                </a:solidFill>
              </a:defRPr>
            </a:lvl3pPr>
            <a:lvl4pPr marL="1371600" indent="0">
              <a:buNone/>
              <a:defRPr sz="2000" spc="200" baseline="0">
                <a:solidFill>
                  <a:schemeClr val="bg1">
                    <a:lumMod val="50000"/>
                  </a:schemeClr>
                </a:solidFill>
              </a:defRPr>
            </a:lvl4pPr>
            <a:lvl5pPr marL="1828800" indent="0">
              <a:buNone/>
              <a:defRPr sz="2000" spc="200" baseline="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1D170998-718F-3990-FBF1-2156D86F9E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457200"/>
            <a:ext cx="11049000" cy="5148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4000" b="0" i="0" cap="all" spc="200" baseline="0">
                <a:solidFill>
                  <a:srgbClr val="254A5D"/>
                </a:solidFill>
                <a:latin typeface="+mj-lt"/>
              </a:defRPr>
            </a:lvl1pPr>
            <a:lvl2pPr marL="457200" indent="0">
              <a:buNone/>
              <a:defRPr sz="4000" cap="all" spc="200" baseline="0">
                <a:solidFill>
                  <a:srgbClr val="254A5D"/>
                </a:solidFill>
              </a:defRPr>
            </a:lvl2pPr>
            <a:lvl3pPr marL="914400" indent="0">
              <a:buNone/>
              <a:defRPr sz="4000" cap="all" spc="200" baseline="0">
                <a:solidFill>
                  <a:srgbClr val="254A5D"/>
                </a:solidFill>
              </a:defRPr>
            </a:lvl3pPr>
            <a:lvl4pPr marL="1371600" indent="0">
              <a:buNone/>
              <a:defRPr sz="4000" cap="all" spc="200" baseline="0">
                <a:solidFill>
                  <a:srgbClr val="254A5D"/>
                </a:solidFill>
              </a:defRPr>
            </a:lvl4pPr>
            <a:lvl5pPr marL="1828800" indent="0">
              <a:buNone/>
              <a:defRPr sz="4000" cap="all" spc="200" baseline="0">
                <a:solidFill>
                  <a:srgbClr val="254A5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E98ABCB-9F65-2072-E3C0-22C44E54D2F9}"/>
              </a:ext>
            </a:extLst>
          </p:cNvPr>
          <p:cNvSpPr/>
          <p:nvPr userDrawn="1"/>
        </p:nvSpPr>
        <p:spPr>
          <a:xfrm>
            <a:off x="11774097" y="196187"/>
            <a:ext cx="228600" cy="228600"/>
          </a:xfrm>
          <a:prstGeom prst="ellipse">
            <a:avLst/>
          </a:prstGeom>
          <a:solidFill>
            <a:srgbClr val="DBE9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7D3C532E-6B3B-C5A6-11AF-589BC84B7CC4}"/>
              </a:ext>
            </a:extLst>
          </p:cNvPr>
          <p:cNvSpPr txBox="1">
            <a:spLocks/>
          </p:cNvSpPr>
          <p:nvPr userDrawn="1"/>
        </p:nvSpPr>
        <p:spPr>
          <a:xfrm>
            <a:off x="10705617" y="165288"/>
            <a:ext cx="1068479" cy="2525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00" b="0" i="0" dirty="0">
                <a:solidFill>
                  <a:schemeClr val="bg1">
                    <a:lumMod val="50000"/>
                  </a:schemeClr>
                </a:solidFill>
                <a:latin typeface="Karla Light" panose="020B0004030503030003" pitchFamily="34" charset="77"/>
              </a:rPr>
              <a:t> CCS Fundraising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C25A80-F6EC-A0E7-7DC3-DC27B260E4B8}"/>
              </a:ext>
            </a:extLst>
          </p:cNvPr>
          <p:cNvSpPr txBox="1"/>
          <p:nvPr userDrawn="1"/>
        </p:nvSpPr>
        <p:spPr>
          <a:xfrm>
            <a:off x="11711368" y="187043"/>
            <a:ext cx="35405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fld id="{8E381EA4-30F6-5746-B7DA-FA19DED5241A}" type="slidenum">
              <a:rPr lang="en-US" sz="900" b="0" i="0" smtClean="0">
                <a:solidFill>
                  <a:srgbClr val="757575"/>
                </a:solidFill>
                <a:latin typeface="Karla Medium" panose="020B0004030503030003" pitchFamily="34" charset="77"/>
              </a:rPr>
              <a:pPr algn="ctr"/>
              <a:t>‹#›</a:t>
            </a:fld>
            <a:endParaRPr lang="en-US" sz="900" dirty="0">
              <a:solidFill>
                <a:srgbClr val="757575"/>
              </a:solidFill>
            </a:endParaRPr>
          </a:p>
        </p:txBody>
      </p:sp>
      <p:sp>
        <p:nvSpPr>
          <p:cNvPr id="3" name="left_plot">
            <a:extLst>
              <a:ext uri="{FF2B5EF4-FFF2-40B4-BE49-F238E27FC236}">
                <a16:creationId xmlns:a16="http://schemas.microsoft.com/office/drawing/2014/main" id="{4B628F13-B15B-4945-6975-DCF8412B5C9E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199" y="1806062"/>
            <a:ext cx="7562335" cy="4410629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  <p:sp>
        <p:nvSpPr>
          <p:cNvPr id="5" name="right_table">
            <a:extLst>
              <a:ext uri="{FF2B5EF4-FFF2-40B4-BE49-F238E27FC236}">
                <a16:creationId xmlns:a16="http://schemas.microsoft.com/office/drawing/2014/main" id="{57949E57-FFBE-8336-E4A5-52A4E35DE163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8257032" y="1801368"/>
            <a:ext cx="3686598" cy="441532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  <p:sp>
        <p:nvSpPr>
          <p:cNvPr id="7" name="graph_caption">
            <a:extLst>
              <a:ext uri="{FF2B5EF4-FFF2-40B4-BE49-F238E27FC236}">
                <a16:creationId xmlns:a16="http://schemas.microsoft.com/office/drawing/2014/main" id="{5D25FE66-B53A-8B48-70E2-83DC098AC09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57199" y="1425426"/>
            <a:ext cx="7562335" cy="330200"/>
          </a:xfrm>
        </p:spPr>
        <p:txBody>
          <a:bodyPr bIns="0" anchor="b">
            <a:noAutofit/>
          </a:bodyPr>
          <a:lstStyle>
            <a:lvl1pPr marL="0" indent="0" algn="ctr">
              <a:buNone/>
              <a:defRPr sz="1600">
                <a:solidFill>
                  <a:srgbClr val="254A5D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4" name="brace_img">
            <a:extLst>
              <a:ext uri="{FF2B5EF4-FFF2-40B4-BE49-F238E27FC236}">
                <a16:creationId xmlns:a16="http://schemas.microsoft.com/office/drawing/2014/main" id="{4192AA94-D130-27CA-2D26-05CB7CD00567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2469097" y="2084662"/>
            <a:ext cx="3538538" cy="18891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12" name="source_footer">
            <a:extLst>
              <a:ext uri="{FF2B5EF4-FFF2-40B4-BE49-F238E27FC236}">
                <a16:creationId xmlns:a16="http://schemas.microsoft.com/office/drawing/2014/main" id="{D692FE7A-E637-D8C3-9655-5D2DC4874DA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490896" y="6526024"/>
            <a:ext cx="5511800" cy="333375"/>
          </a:xfrm>
        </p:spPr>
        <p:txBody>
          <a:bodyPr anchor="ctr">
            <a:normAutofit/>
          </a:bodyPr>
          <a:lstStyle>
            <a:lvl1pPr marL="0" indent="0" algn="r">
              <a:buNone/>
              <a:defRPr sz="1200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18550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2">
          <p15:clr>
            <a:srgbClr val="FBAE40"/>
          </p15:clr>
        </p15:guide>
        <p15:guide id="2" orient="horz" pos="288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7AB35-C707-962D-810F-EDE9B859E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CCDB9-B20B-B812-9DCA-0122035D8E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64625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E790826-9824-226B-93BA-78796E11D86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7C2BAD-F780-4A88-BD80-6CA396FC9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199"/>
            <a:ext cx="11277600" cy="838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0F216F9-1819-C88F-2802-1616DA5A20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28519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Karla Medium" panose="020B0004030503030003" pitchFamily="34" charset="77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700" b="0" i="0" kern="1200">
          <a:solidFill>
            <a:srgbClr val="757575"/>
          </a:solidFill>
          <a:latin typeface="Karla Light" panose="020B0004030503030003" pitchFamily="34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rgbClr val="757575"/>
          </a:solidFill>
          <a:latin typeface="Karla Light" panose="020B0004030503030003" pitchFamily="34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rgbClr val="757575"/>
          </a:solidFill>
          <a:latin typeface="Karla Light" panose="020B0004030503030003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i="1" kern="1200">
          <a:solidFill>
            <a:srgbClr val="757575"/>
          </a:solidFill>
          <a:latin typeface="Karla Light" panose="020B0004030503030003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i="0" kern="1200">
          <a:solidFill>
            <a:srgbClr val="757575"/>
          </a:solidFill>
          <a:latin typeface="Karla Light" panose="020B0004030503030003" pitchFamily="34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E36257-67FC-87FA-3C1B-6CE75ED83B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8D7139-CDDB-0909-13EC-021C646341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8732F6-288C-17EB-4815-AE9E8D27B9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2082E8-73AE-0443-9211-048CA87033AA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9578DA-82EA-45DB-2EF0-411536A1C9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3BF62C-487A-F37D-BE06-30ABB8D5B9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43744F-32DB-BD4B-B697-C0670FE089A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B2B117-B05E-B3D6-71CB-835C5A72863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83702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82" r:id="rId12"/>
    <p:sldLayoutId id="214748367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4DB909B4-2FA7-D63C-BE73-8D3C3EDF99F8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4" b="34"/>
          <a:stretch/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AC44777-8983-4366-4BC2-D62330047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Campaign Simulation Results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D5CC37-6EC0-38CE-DA82-C7FD08377C0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61088" y="5029200"/>
            <a:ext cx="5562600" cy="527142"/>
          </a:xfrm>
        </p:spPr>
        <p:txBody>
          <a:bodyPr>
            <a:normAutofit/>
          </a:bodyPr>
          <a:lstStyle/>
          <a:p>
            <a:endParaRPr lang="en-US" dirty="0">
              <a:solidFill>
                <a:srgbClr val="5C6271"/>
              </a:solidFill>
            </a:endParaRPr>
          </a:p>
          <a:p>
            <a:endParaRPr lang="en-US" dirty="0">
              <a:solidFill>
                <a:srgbClr val="5C6271"/>
              </a:solidFill>
            </a:endParaRP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B2B5C33D-FD4E-5D10-622A-811598AF17F0}"/>
              </a:ext>
            </a:extLst>
          </p:cNvPr>
          <p:cNvSpPr/>
          <p:nvPr/>
        </p:nvSpPr>
        <p:spPr>
          <a:xfrm rot="18900000">
            <a:off x="1538997" y="180310"/>
            <a:ext cx="1692124" cy="8524301"/>
          </a:xfrm>
          <a:custGeom>
            <a:avLst/>
            <a:gdLst>
              <a:gd name="connsiteX0" fmla="*/ 1692124 w 1692124"/>
              <a:gd name="connsiteY0" fmla="*/ 0 h 8524301"/>
              <a:gd name="connsiteX1" fmla="*/ 1692124 w 1692124"/>
              <a:gd name="connsiteY1" fmla="*/ 8524301 h 8524301"/>
              <a:gd name="connsiteX2" fmla="*/ 0 w 1692124"/>
              <a:gd name="connsiteY2" fmla="*/ 6832177 h 8524301"/>
              <a:gd name="connsiteX3" fmla="*/ 0 w 1692124"/>
              <a:gd name="connsiteY3" fmla="*/ 1692124 h 85243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92124" h="8524301">
                <a:moveTo>
                  <a:pt x="1692124" y="0"/>
                </a:moveTo>
                <a:lnTo>
                  <a:pt x="1692124" y="8524301"/>
                </a:lnTo>
                <a:lnTo>
                  <a:pt x="0" y="6832177"/>
                </a:lnTo>
                <a:lnTo>
                  <a:pt x="0" y="1692124"/>
                </a:lnTo>
                <a:close/>
              </a:path>
            </a:pathLst>
          </a:custGeom>
          <a:solidFill>
            <a:srgbClr val="254A5D">
              <a:alpha val="55357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 Light"/>
              <a:ea typeface="+mn-ea"/>
              <a:cs typeface="+mn-cs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53BF86B-1D56-7B9C-7881-D3746921632B}"/>
              </a:ext>
            </a:extLst>
          </p:cNvPr>
          <p:cNvCxnSpPr>
            <a:cxnSpLocks/>
          </p:cNvCxnSpPr>
          <p:nvPr/>
        </p:nvCxnSpPr>
        <p:spPr>
          <a:xfrm flipH="1">
            <a:off x="4267200" y="3012763"/>
            <a:ext cx="1487860" cy="1414457"/>
          </a:xfrm>
          <a:prstGeom prst="line">
            <a:avLst/>
          </a:prstGeom>
          <a:ln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50278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B7382F-546E-F283-25FF-AEE2E88255DF}"/>
              </a:ext>
            </a:extLst>
          </p:cNvPr>
          <p:cNvSpPr/>
          <p:nvPr/>
        </p:nvSpPr>
        <p:spPr>
          <a:xfrm>
            <a:off x="457200" y="1783080"/>
            <a:ext cx="7452360" cy="4745736"/>
          </a:xfrm>
          <a:prstGeom prst="rect">
            <a:avLst/>
          </a:prstGeom>
          <a:solidFill>
            <a:srgbClr val="F3F6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60940"/>
      </p:ext>
    </p:extLst>
  </p:cSld>
  <p:clrMapOvr>
    <a:masterClrMapping/>
  </p:clrMapOvr>
</p:sld>
</file>

<file path=ppt/theme/theme1.xml><?xml version="1.0" encoding="utf-8"?>
<a:theme xmlns:a="http://schemas.openxmlformats.org/drawingml/2006/main" name="Title Slides">
  <a:themeElements>
    <a:clrScheme name="CCS Colors 2026">
      <a:dk1>
        <a:srgbClr val="133C50"/>
      </a:dk1>
      <a:lt1>
        <a:srgbClr val="FFFFFF"/>
      </a:lt1>
      <a:dk2>
        <a:srgbClr val="0E2841"/>
      </a:dk2>
      <a:lt2>
        <a:srgbClr val="E8E8E8"/>
      </a:lt2>
      <a:accent1>
        <a:srgbClr val="FF3838"/>
      </a:accent1>
      <a:accent2>
        <a:srgbClr val="F5DFCB"/>
      </a:accent2>
      <a:accent3>
        <a:srgbClr val="247198"/>
      </a:accent3>
      <a:accent4>
        <a:srgbClr val="F7BD88"/>
      </a:accent4>
      <a:accent5>
        <a:srgbClr val="BF2A2A"/>
      </a:accent5>
      <a:accent6>
        <a:srgbClr val="7C5F44"/>
      </a:accent6>
      <a:hlink>
        <a:srgbClr val="FE4041"/>
      </a:hlink>
      <a:folHlink>
        <a:srgbClr val="247198"/>
      </a:folHlink>
    </a:clrScheme>
    <a:fontScheme name="CCS Font">
      <a:majorFont>
        <a:latin typeface="Calibri Light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CS 2026 Colors - MS Theme">
  <a:themeElements>
    <a:clrScheme name="CCS 2026">
      <a:dk1>
        <a:srgbClr val="133C50"/>
      </a:dk1>
      <a:lt1>
        <a:srgbClr val="FFFFFF"/>
      </a:lt1>
      <a:dk2>
        <a:srgbClr val="0E2841"/>
      </a:dk2>
      <a:lt2>
        <a:srgbClr val="E8E8E8"/>
      </a:lt2>
      <a:accent1>
        <a:srgbClr val="FF3838"/>
      </a:accent1>
      <a:accent2>
        <a:srgbClr val="F5DFCB"/>
      </a:accent2>
      <a:accent3>
        <a:srgbClr val="247198"/>
      </a:accent3>
      <a:accent4>
        <a:srgbClr val="F7BD88"/>
      </a:accent4>
      <a:accent5>
        <a:srgbClr val="BF2A2A"/>
      </a:accent5>
      <a:accent6>
        <a:srgbClr val="7C5F44"/>
      </a:accent6>
      <a:hlink>
        <a:srgbClr val="FE4041"/>
      </a:hlink>
      <a:folHlink>
        <a:srgbClr val="247198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CCS 2026 Colors - MS Theme" id="{A6D7435E-299B-8A4F-9030-5553EF060D5C}" vid="{D584EF1B-16E6-5940-9B6F-C4A6B8A99DA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3</Words>
  <Application>Microsoft Office PowerPoint</Application>
  <PresentationFormat>Widescreen</PresentationFormat>
  <Paragraphs>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</vt:i4>
      </vt:variant>
    </vt:vector>
  </HeadingPairs>
  <TitlesOfParts>
    <vt:vector size="10" baseType="lpstr">
      <vt:lpstr>Aptos</vt:lpstr>
      <vt:lpstr>Aptos Display</vt:lpstr>
      <vt:lpstr>Arial</vt:lpstr>
      <vt:lpstr>Calibri Light</vt:lpstr>
      <vt:lpstr>Karla Light</vt:lpstr>
      <vt:lpstr>Karla Medium</vt:lpstr>
      <vt:lpstr>Title Slides</vt:lpstr>
      <vt:lpstr>CCS 2026 Colors - MS Theme</vt:lpstr>
      <vt:lpstr>Campaign Simulation Results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Ashutosh Nandeshwar</dc:creator>
  <cp:lastModifiedBy>Devin Heanue</cp:lastModifiedBy>
  <cp:revision>5</cp:revision>
  <dcterms:created xsi:type="dcterms:W3CDTF">2023-05-12T23:46:18Z</dcterms:created>
  <dcterms:modified xsi:type="dcterms:W3CDTF">2026-03-26T14:54:52Z</dcterms:modified>
</cp:coreProperties>
</file>