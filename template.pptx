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9" r:id="rId2"/>
  </p:sldMasterIdLst>
  <p:sldIdLst>
    <p:sldId id="350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6F6"/>
    <a:srgbClr val="E1523D"/>
    <a:srgbClr val="254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27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 Heanue" userId="7590fe87-f85b-4db3-af49-40606f5bf96f" providerId="ADAL" clId="{A2D90BA2-02A7-4AB1-8229-4C08CFF0E969}"/>
    <pc:docChg chg="undo custSel modSld modMainMaster">
      <pc:chgData name="Devin Heanue" userId="7590fe87-f85b-4db3-af49-40606f5bf96f" providerId="ADAL" clId="{A2D90BA2-02A7-4AB1-8229-4C08CFF0E969}" dt="2026-06-15T20:57:51.406" v="49" actId="14100"/>
      <pc:docMkLst>
        <pc:docMk/>
      </pc:docMkLst>
      <pc:sldChg chg="modSp mod">
        <pc:chgData name="Devin Heanue" userId="7590fe87-f85b-4db3-af49-40606f5bf96f" providerId="ADAL" clId="{A2D90BA2-02A7-4AB1-8229-4C08CFF0E969}" dt="2026-06-15T20:57:51.406" v="49" actId="14100"/>
        <pc:sldMkLst>
          <pc:docMk/>
          <pc:sldMk cId="327460940" sldId="257"/>
        </pc:sldMkLst>
        <pc:spChg chg="mod">
          <ac:chgData name="Devin Heanue" userId="7590fe87-f85b-4db3-af49-40606f5bf96f" providerId="ADAL" clId="{A2D90BA2-02A7-4AB1-8229-4C08CFF0E969}" dt="2026-06-15T20:57:51.406" v="49" actId="14100"/>
          <ac:spMkLst>
            <pc:docMk/>
            <pc:sldMk cId="327460940" sldId="257"/>
            <ac:spMk id="2" creationId="{FFB7382F-546E-F283-25FF-AEE2E88255DF}"/>
          </ac:spMkLst>
        </pc:spChg>
      </pc:sldChg>
      <pc:sldMasterChg chg="modSldLayout">
        <pc:chgData name="Devin Heanue" userId="7590fe87-f85b-4db3-af49-40606f5bf96f" providerId="ADAL" clId="{A2D90BA2-02A7-4AB1-8229-4C08CFF0E969}" dt="2026-06-15T20:54:47.839" v="47" actId="1038"/>
        <pc:sldMasterMkLst>
          <pc:docMk/>
          <pc:sldMasterMk cId="2908370257" sldId="2147483669"/>
        </pc:sldMasterMkLst>
        <pc:sldLayoutChg chg="addSp delSp modSp mod">
          <pc:chgData name="Devin Heanue" userId="7590fe87-f85b-4db3-af49-40606f5bf96f" providerId="ADAL" clId="{A2D90BA2-02A7-4AB1-8229-4C08CFF0E969}" dt="2026-06-15T20:54:47.839" v="47" actId="1038"/>
          <pc:sldLayoutMkLst>
            <pc:docMk/>
            <pc:sldMasterMk cId="2908370257" sldId="2147483669"/>
            <pc:sldLayoutMk cId="652845060" sldId="2147483681"/>
          </pc:sldLayoutMkLst>
          <pc:spChg chg="mod">
            <ac:chgData name="Devin Heanue" userId="7590fe87-f85b-4db3-af49-40606f5bf96f" providerId="ADAL" clId="{A2D90BA2-02A7-4AB1-8229-4C08CFF0E969}" dt="2026-06-15T20:49:04.591" v="18" actId="2711"/>
            <ac:spMkLst>
              <pc:docMk/>
              <pc:sldMasterMk cId="2908370257" sldId="2147483669"/>
              <pc:sldLayoutMk cId="652845060" sldId="2147483681"/>
              <ac:spMk id="5" creationId="{33A7C9B6-DBD7-2B61-DD27-B359459C6DBE}"/>
            </ac:spMkLst>
          </pc:spChg>
          <pc:spChg chg="mod">
            <ac:chgData name="Devin Heanue" userId="7590fe87-f85b-4db3-af49-40606f5bf96f" providerId="ADAL" clId="{A2D90BA2-02A7-4AB1-8229-4C08CFF0E969}" dt="2026-06-15T20:49:08.446" v="19" actId="2711"/>
            <ac:spMkLst>
              <pc:docMk/>
              <pc:sldMasterMk cId="2908370257" sldId="2147483669"/>
              <pc:sldLayoutMk cId="652845060" sldId="2147483681"/>
              <ac:spMk id="7" creationId="{6F5952BE-55A5-1C39-5E5E-035243667E75}"/>
            </ac:spMkLst>
          </pc:spChg>
          <pc:spChg chg="mod">
            <ac:chgData name="Devin Heanue" userId="7590fe87-f85b-4db3-af49-40606f5bf96f" providerId="ADAL" clId="{A2D90BA2-02A7-4AB1-8229-4C08CFF0E969}" dt="2026-06-15T20:48:58.139" v="17" actId="2711"/>
            <ac:spMkLst>
              <pc:docMk/>
              <pc:sldMasterMk cId="2908370257" sldId="2147483669"/>
              <pc:sldLayoutMk cId="652845060" sldId="2147483681"/>
              <ac:spMk id="26" creationId="{ADD87412-82D6-A515-DF8B-025EDE80E7BF}"/>
            </ac:spMkLst>
          </pc:spChg>
          <pc:picChg chg="del">
            <ac:chgData name="Devin Heanue" userId="7590fe87-f85b-4db3-af49-40606f5bf96f" providerId="ADAL" clId="{A2D90BA2-02A7-4AB1-8229-4C08CFF0E969}" dt="2026-06-15T20:54:42.428" v="37" actId="478"/>
            <ac:picMkLst>
              <pc:docMk/>
              <pc:sldMasterMk cId="2908370257" sldId="2147483669"/>
              <pc:sldLayoutMk cId="652845060" sldId="2147483681"/>
              <ac:picMk id="2" creationId="{B5422D96-EB6F-9EE4-2D78-3043BC60F2C3}"/>
            </ac:picMkLst>
          </pc:picChg>
          <pc:picChg chg="add mod">
            <ac:chgData name="Devin Heanue" userId="7590fe87-f85b-4db3-af49-40606f5bf96f" providerId="ADAL" clId="{A2D90BA2-02A7-4AB1-8229-4C08CFF0E969}" dt="2026-06-15T20:54:47.839" v="47" actId="1038"/>
            <ac:picMkLst>
              <pc:docMk/>
              <pc:sldMasterMk cId="2908370257" sldId="2147483669"/>
              <pc:sldLayoutMk cId="652845060" sldId="2147483681"/>
              <ac:picMk id="4" creationId="{18081953-2D72-9015-BF3C-8DBEEC90855A}"/>
            </ac:picMkLst>
          </pc:picChg>
        </pc:sldLayoutChg>
        <pc:sldLayoutChg chg="modSp mod">
          <pc:chgData name="Devin Heanue" userId="7590fe87-f85b-4db3-af49-40606f5bf96f" providerId="ADAL" clId="{A2D90BA2-02A7-4AB1-8229-4C08CFF0E969}" dt="2026-06-15T20:48:43.934" v="16" actId="1076"/>
          <pc:sldLayoutMkLst>
            <pc:docMk/>
            <pc:sldMasterMk cId="2908370257" sldId="2147483669"/>
            <pc:sldLayoutMk cId="2751855050" sldId="2147483682"/>
          </pc:sldLayoutMkLst>
          <pc:spChg chg="mod">
            <ac:chgData name="Devin Heanue" userId="7590fe87-f85b-4db3-af49-40606f5bf96f" providerId="ADAL" clId="{A2D90BA2-02A7-4AB1-8229-4C08CFF0E969}" dt="2026-06-15T20:47:03.176" v="3" actId="2711"/>
            <ac:spMkLst>
              <pc:docMk/>
              <pc:sldMasterMk cId="2908370257" sldId="2147483669"/>
              <pc:sldLayoutMk cId="2751855050" sldId="2147483682"/>
              <ac:spMk id="3" creationId="{4B628F13-B15B-4945-6975-DCF8412B5C9E}"/>
            </ac:spMkLst>
          </pc:spChg>
          <pc:spChg chg="mod">
            <ac:chgData name="Devin Heanue" userId="7590fe87-f85b-4db3-af49-40606f5bf96f" providerId="ADAL" clId="{A2D90BA2-02A7-4AB1-8229-4C08CFF0E969}" dt="2026-06-15T20:47:18.320" v="6" actId="2711"/>
            <ac:spMkLst>
              <pc:docMk/>
              <pc:sldMasterMk cId="2908370257" sldId="2147483669"/>
              <pc:sldLayoutMk cId="2751855050" sldId="2147483682"/>
              <ac:spMk id="4" creationId="{4192AA94-D130-27CA-2D26-05CB7CD00567}"/>
            </ac:spMkLst>
          </pc:spChg>
          <pc:spChg chg="mod">
            <ac:chgData name="Devin Heanue" userId="7590fe87-f85b-4db3-af49-40606f5bf96f" providerId="ADAL" clId="{A2D90BA2-02A7-4AB1-8229-4C08CFF0E969}" dt="2026-06-15T20:47:06.700" v="4" actId="2711"/>
            <ac:spMkLst>
              <pc:docMk/>
              <pc:sldMasterMk cId="2908370257" sldId="2147483669"/>
              <pc:sldLayoutMk cId="2751855050" sldId="2147483682"/>
              <ac:spMk id="5" creationId="{57949E57-FFBE-8336-E4A5-52A4E35DE163}"/>
            </ac:spMkLst>
          </pc:spChg>
          <pc:spChg chg="mod">
            <ac:chgData name="Devin Heanue" userId="7590fe87-f85b-4db3-af49-40606f5bf96f" providerId="ADAL" clId="{A2D90BA2-02A7-4AB1-8229-4C08CFF0E969}" dt="2026-06-15T20:46:57.242" v="2" actId="2711"/>
            <ac:spMkLst>
              <pc:docMk/>
              <pc:sldMasterMk cId="2908370257" sldId="2147483669"/>
              <pc:sldLayoutMk cId="2751855050" sldId="2147483682"/>
              <ac:spMk id="7" creationId="{5D25FE66-B53A-8B48-70E2-83DC098AC097}"/>
            </ac:spMkLst>
          </pc:spChg>
          <pc:spChg chg="mod">
            <ac:chgData name="Devin Heanue" userId="7590fe87-f85b-4db3-af49-40606f5bf96f" providerId="ADAL" clId="{A2D90BA2-02A7-4AB1-8229-4C08CFF0E969}" dt="2026-06-15T20:48:43.934" v="16" actId="1076"/>
            <ac:spMkLst>
              <pc:docMk/>
              <pc:sldMasterMk cId="2908370257" sldId="2147483669"/>
              <pc:sldLayoutMk cId="2751855050" sldId="2147483682"/>
              <ac:spMk id="9" creationId="{7D3C532E-6B3B-C5A6-11AF-589BC84B7CC4}"/>
            </ac:spMkLst>
          </pc:spChg>
          <pc:spChg chg="mod">
            <ac:chgData name="Devin Heanue" userId="7590fe87-f85b-4db3-af49-40606f5bf96f" providerId="ADAL" clId="{A2D90BA2-02A7-4AB1-8229-4C08CFF0E969}" dt="2026-06-15T20:48:18.559" v="14" actId="1076"/>
            <ac:spMkLst>
              <pc:docMk/>
              <pc:sldMasterMk cId="2908370257" sldId="2147483669"/>
              <pc:sldLayoutMk cId="2751855050" sldId="2147483682"/>
              <ac:spMk id="10" creationId="{41C25A80-F6EC-A0E7-7DC3-DC27B260E4B8}"/>
            </ac:spMkLst>
          </pc:spChg>
          <pc:spChg chg="mod">
            <ac:chgData name="Devin Heanue" userId="7590fe87-f85b-4db3-af49-40606f5bf96f" providerId="ADAL" clId="{A2D90BA2-02A7-4AB1-8229-4C08CFF0E969}" dt="2026-06-15T20:46:47.683" v="0" actId="2711"/>
            <ac:spMkLst>
              <pc:docMk/>
              <pc:sldMasterMk cId="2908370257" sldId="2147483669"/>
              <pc:sldLayoutMk cId="2751855050" sldId="2147483682"/>
              <ac:spMk id="11" creationId="{1D170998-718F-3990-FBF1-2156D86F9EBA}"/>
            </ac:spMkLst>
          </pc:spChg>
          <pc:spChg chg="mod">
            <ac:chgData name="Devin Heanue" userId="7590fe87-f85b-4db3-af49-40606f5bf96f" providerId="ADAL" clId="{A2D90BA2-02A7-4AB1-8229-4C08CFF0E969}" dt="2026-06-15T20:47:13.163" v="5" actId="2711"/>
            <ac:spMkLst>
              <pc:docMk/>
              <pc:sldMasterMk cId="2908370257" sldId="2147483669"/>
              <pc:sldLayoutMk cId="2751855050" sldId="2147483682"/>
              <ac:spMk id="12" creationId="{D692FE7A-E637-D8C3-9655-5D2DC4874DA1}"/>
            </ac:spMkLst>
          </pc:spChg>
          <pc:spChg chg="mod">
            <ac:chgData name="Devin Heanue" userId="7590fe87-f85b-4db3-af49-40606f5bf96f" providerId="ADAL" clId="{A2D90BA2-02A7-4AB1-8229-4C08CFF0E969}" dt="2026-06-15T20:46:51.808" v="1" actId="2711"/>
            <ac:spMkLst>
              <pc:docMk/>
              <pc:sldMasterMk cId="2908370257" sldId="2147483669"/>
              <pc:sldLayoutMk cId="2751855050" sldId="2147483682"/>
              <ac:spMk id="14" creationId="{50619ED4-83A9-4A87-B261-251D662DE27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2613DF8-3B01-5433-BB6D-F11366722B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30162" y="0"/>
            <a:ext cx="7928911" cy="6858000"/>
          </a:xfrm>
          <a:custGeom>
            <a:avLst/>
            <a:gdLst>
              <a:gd name="connsiteX0" fmla="*/ 0 w 7928911"/>
              <a:gd name="connsiteY0" fmla="*/ 0 h 6858000"/>
              <a:gd name="connsiteX1" fmla="*/ 7928911 w 7928911"/>
              <a:gd name="connsiteY1" fmla="*/ 0 h 6858000"/>
              <a:gd name="connsiteX2" fmla="*/ 1070911 w 7928911"/>
              <a:gd name="connsiteY2" fmla="*/ 6858000 h 6858000"/>
              <a:gd name="connsiteX3" fmla="*/ 0 w 79289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8911" h="6858000">
                <a:moveTo>
                  <a:pt x="0" y="0"/>
                </a:moveTo>
                <a:lnTo>
                  <a:pt x="7928911" y="0"/>
                </a:lnTo>
                <a:lnTo>
                  <a:pt x="107091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resentation_TItle">
            <a:extLst>
              <a:ext uri="{FF2B5EF4-FFF2-40B4-BE49-F238E27FC236}">
                <a16:creationId xmlns:a16="http://schemas.microsoft.com/office/drawing/2014/main" id="{ADD87412-82D6-A515-DF8B-025EDE80E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9365" y="3505200"/>
            <a:ext cx="5562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Multi-Line</a:t>
            </a:r>
            <a:br>
              <a:rPr lang="en-US" dirty="0"/>
            </a:br>
            <a:r>
              <a:rPr lang="en-US" dirty="0"/>
              <a:t>Title of Presentation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422D96-EB6F-9EE4-2D78-3043BC60F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3753" y="536878"/>
            <a:ext cx="1018401" cy="590745"/>
          </a:xfrm>
          <a:prstGeom prst="rect">
            <a:avLst/>
          </a:prstGeom>
        </p:spPr>
      </p:pic>
      <p:sp>
        <p:nvSpPr>
          <p:cNvPr id="5" name="orgname">
            <a:extLst>
              <a:ext uri="{FF2B5EF4-FFF2-40B4-BE49-F238E27FC236}">
                <a16:creationId xmlns:a16="http://schemas.microsoft.com/office/drawing/2014/main" id="{33A7C9B6-DBD7-2B61-DD27-B359459C6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9365" y="4924425"/>
            <a:ext cx="5561012" cy="320040"/>
          </a:xfrm>
        </p:spPr>
        <p:txBody>
          <a:bodyPr tIns="0" bIns="0" anchor="ctr" anchorCtr="0"/>
          <a:lstStyle/>
          <a:p>
            <a:pPr lvl="0"/>
            <a:endParaRPr lang="en-US" dirty="0"/>
          </a:p>
        </p:txBody>
      </p:sp>
      <p:sp>
        <p:nvSpPr>
          <p:cNvPr id="7" name="month_year">
            <a:extLst>
              <a:ext uri="{FF2B5EF4-FFF2-40B4-BE49-F238E27FC236}">
                <a16:creationId xmlns:a16="http://schemas.microsoft.com/office/drawing/2014/main" id="{6F5952BE-55A5-1C39-5E5E-035243667E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49365" y="5275070"/>
            <a:ext cx="5561012" cy="320040"/>
          </a:xfrm>
        </p:spPr>
        <p:txBody>
          <a:bodyPr tIns="0" bIns="0" anchor="ctr" anchorCtr="0"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2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E5CF-B57F-11D8-4B7E-93D12B296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38BD7-A342-3C04-1BA8-09A713732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274C2-C52A-3D2B-F812-8AB561AE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B1A77-BB61-9A64-9618-B84C13CC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E0434-5983-1589-9437-D1DCC3A1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5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FDDD-6DEB-0CC8-F7D2-E678FFB5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17EEE-972D-BDA4-51AE-1CD089BC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BDE5B-A11F-7CFB-9DBB-D7F3C051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984E3-F8EC-5DF5-D384-415A1875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89436-E38C-5CC2-360B-534411C1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9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5619-E2A7-0CDB-DEF7-3DF4A87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7C8F3-733B-AB4F-1DD9-C6D274F43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D702D-8651-EDB2-6A13-81810ACD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D182-7E8E-62E8-C21F-A2EAB16F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D7B99-7356-05F8-11FF-55E9D4DC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69FAD-31A5-6DC0-51F0-F3316D81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0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D074-70E5-69DA-2FD9-2FE09DDB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CA872-8725-AE64-893F-D65F314EC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A1DA4-D98A-4B25-B064-108D3CB0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6FB19-1698-209D-DEC5-637B881D4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175BB-CA7E-E16B-3DC9-7E60C73A2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E1672-E604-BF9E-A250-F88FCAE9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2827A-2145-BAE1-A005-9EE4648D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243C6A-E4F1-B7C6-3B6A-7345CCAA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1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91D0-8A13-B188-9C8D-9D1B75EF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F389F-53F3-8AD1-5720-9239FE08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2B374-7F88-4CCC-D654-9E1E76B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A2FD7-CF06-FC7C-9E2E-FD8EA68F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4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868B3-6050-E4A0-D327-CED0AFE11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1A859-7003-3B9A-2C3B-BA093053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E14A9-DF26-896D-2B4A-CCF8221E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5E43-7108-6400-4ACB-8D3B6487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45E6-EB02-A5D5-8429-4F34E33E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2A8D1-435D-E831-ECC4-6EDF22B9C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3C4F4-4EC6-BA35-6A63-9E22BA7D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87943-497B-A4D3-CA7A-122E311A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263D5-750B-10E2-A772-F87DC6E4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4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F149-1518-FB8F-C977-0035F552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58619-ADB3-BFD1-F76D-4B9629730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3AA6D-9909-E025-E0F3-EF99C1119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2D33-CA25-A92F-127B-A864A73C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DB349-3FE1-AEA8-22DF-E39DD90D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520DE-E8CE-DBDE-4994-4473BA5F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1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418A-DE57-FE10-A1C0-A6DC1DD1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B7BB6-620A-C21F-9352-8D9B6174A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1EFFB-FC7A-A41F-17B2-45F1B4BC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524EC-4DC5-4B39-9780-E77E044D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FD795-18A7-21E1-FAEC-9EB7C42D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0C766-9EFF-1E7F-1FE9-6FC778F29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53528-D16B-0C7F-B794-31654DC1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47AB-4F36-1CC1-51E4-C2D4CC12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24283-4C9C-384C-9A69-259DDC60D95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C66A-7D88-6F77-22A1-CE0FA0DD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F5492-4146-BBE9-A3F1-EABD7D1B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87DFE-4FDB-D24C-BF31-EE770609F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38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2613DF8-3B01-5433-BB6D-F11366722B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30162" y="0"/>
            <a:ext cx="7928911" cy="6858000"/>
          </a:xfrm>
          <a:custGeom>
            <a:avLst/>
            <a:gdLst>
              <a:gd name="connsiteX0" fmla="*/ 0 w 7928911"/>
              <a:gd name="connsiteY0" fmla="*/ 0 h 6858000"/>
              <a:gd name="connsiteX1" fmla="*/ 7928911 w 7928911"/>
              <a:gd name="connsiteY1" fmla="*/ 0 h 6858000"/>
              <a:gd name="connsiteX2" fmla="*/ 1070911 w 7928911"/>
              <a:gd name="connsiteY2" fmla="*/ 6858000 h 6858000"/>
              <a:gd name="connsiteX3" fmla="*/ 0 w 79289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8911" h="6858000">
                <a:moveTo>
                  <a:pt x="0" y="0"/>
                </a:moveTo>
                <a:lnTo>
                  <a:pt x="7928911" y="0"/>
                </a:lnTo>
                <a:lnTo>
                  <a:pt x="107091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6" name="Presentation_TItle">
            <a:extLst>
              <a:ext uri="{FF2B5EF4-FFF2-40B4-BE49-F238E27FC236}">
                <a16:creationId xmlns:a16="http://schemas.microsoft.com/office/drawing/2014/main" id="{ADD87412-82D6-A515-DF8B-025EDE80E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9365" y="3505200"/>
            <a:ext cx="5562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Multi-Line</a:t>
            </a:r>
            <a:br>
              <a:rPr lang="en-US" dirty="0"/>
            </a:br>
            <a:r>
              <a:rPr lang="en-US" dirty="0"/>
              <a:t>Title of Presentation</a:t>
            </a:r>
          </a:p>
        </p:txBody>
      </p:sp>
      <p:sp>
        <p:nvSpPr>
          <p:cNvPr id="5" name="orgname">
            <a:extLst>
              <a:ext uri="{FF2B5EF4-FFF2-40B4-BE49-F238E27FC236}">
                <a16:creationId xmlns:a16="http://schemas.microsoft.com/office/drawing/2014/main" id="{33A7C9B6-DBD7-2B61-DD27-B359459C6D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49365" y="4924425"/>
            <a:ext cx="5561012" cy="320040"/>
          </a:xfrm>
        </p:spPr>
        <p:txBody>
          <a:bodyPr tIns="0" bIns="0" anchor="ctr" anchorCtr="0"/>
          <a:lstStyle>
            <a:lvl1pPr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month_year">
            <a:extLst>
              <a:ext uri="{FF2B5EF4-FFF2-40B4-BE49-F238E27FC236}">
                <a16:creationId xmlns:a16="http://schemas.microsoft.com/office/drawing/2014/main" id="{6F5952BE-55A5-1C39-5E5E-035243667E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49365" y="5275070"/>
            <a:ext cx="5561012" cy="320040"/>
          </a:xfrm>
        </p:spPr>
        <p:txBody>
          <a:bodyPr tIns="0" bIns="0" anchor="ctr" anchorCtr="0"/>
          <a:lstStyle>
            <a:lvl1pPr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81953-2D72-9015-BF3C-8DBEEC9085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7170" y="519883"/>
            <a:ext cx="1014984" cy="6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5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ot_table_side_by_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">
            <a:extLst>
              <a:ext uri="{FF2B5EF4-FFF2-40B4-BE49-F238E27FC236}">
                <a16:creationId xmlns:a16="http://schemas.microsoft.com/office/drawing/2014/main" id="{50619ED4-83A9-4A87-B261-251D662DE2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074725"/>
            <a:ext cx="11049000" cy="330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 spc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spc="200" baseline="0">
                <a:solidFill>
                  <a:schemeClr val="bg1">
                    <a:lumMod val="50000"/>
                  </a:schemeClr>
                </a:solidFill>
              </a:defRPr>
            </a:lvl2pPr>
            <a:lvl3pPr marL="914400" indent="0">
              <a:buNone/>
              <a:defRPr sz="2000" spc="200" baseline="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2000" spc="200" baseline="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2000" spc="200" baseline="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1D170998-718F-3990-FBF1-2156D86F9E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57200"/>
            <a:ext cx="11049000" cy="514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000" b="0" i="0" cap="all" spc="200" baseline="0">
                <a:solidFill>
                  <a:srgbClr val="254A5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4000" cap="all" spc="200" baseline="0">
                <a:solidFill>
                  <a:srgbClr val="254A5D"/>
                </a:solidFill>
              </a:defRPr>
            </a:lvl2pPr>
            <a:lvl3pPr marL="914400" indent="0">
              <a:buNone/>
              <a:defRPr sz="4000" cap="all" spc="200" baseline="0">
                <a:solidFill>
                  <a:srgbClr val="254A5D"/>
                </a:solidFill>
              </a:defRPr>
            </a:lvl3pPr>
            <a:lvl4pPr marL="1371600" indent="0">
              <a:buNone/>
              <a:defRPr sz="4000" cap="all" spc="200" baseline="0">
                <a:solidFill>
                  <a:srgbClr val="254A5D"/>
                </a:solidFill>
              </a:defRPr>
            </a:lvl4pPr>
            <a:lvl5pPr marL="1828800" indent="0">
              <a:buNone/>
              <a:defRPr sz="4000" cap="all" spc="200" baseline="0">
                <a:solidFill>
                  <a:srgbClr val="254A5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98ABCB-9F65-2072-E3C0-22C44E54D2F9}"/>
              </a:ext>
            </a:extLst>
          </p:cNvPr>
          <p:cNvSpPr/>
          <p:nvPr userDrawn="1"/>
        </p:nvSpPr>
        <p:spPr>
          <a:xfrm>
            <a:off x="11774097" y="196187"/>
            <a:ext cx="228600" cy="228600"/>
          </a:xfrm>
          <a:prstGeom prst="ellipse">
            <a:avLst/>
          </a:prstGeom>
          <a:solidFill>
            <a:srgbClr val="DBE9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D3C532E-6B3B-C5A6-11AF-589BC84B7CC4}"/>
              </a:ext>
            </a:extLst>
          </p:cNvPr>
          <p:cNvSpPr txBox="1">
            <a:spLocks/>
          </p:cNvSpPr>
          <p:nvPr userDrawn="1"/>
        </p:nvSpPr>
        <p:spPr>
          <a:xfrm>
            <a:off x="10600268" y="177252"/>
            <a:ext cx="117382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b="0" i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CCS Fundraising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C25A80-F6EC-A0E7-7DC3-DC27B260E4B8}"/>
              </a:ext>
            </a:extLst>
          </p:cNvPr>
          <p:cNvSpPr txBox="1"/>
          <p:nvPr userDrawn="1"/>
        </p:nvSpPr>
        <p:spPr>
          <a:xfrm>
            <a:off x="11711368" y="185007"/>
            <a:ext cx="3540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8E381EA4-30F6-5746-B7DA-FA19DED5241A}" type="slidenum">
              <a:rPr lang="en-US" sz="900" b="0" i="0" smtClean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900" dirty="0">
              <a:solidFill>
                <a:srgbClr val="7575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left_plot">
            <a:extLst>
              <a:ext uri="{FF2B5EF4-FFF2-40B4-BE49-F238E27FC236}">
                <a16:creationId xmlns:a16="http://schemas.microsoft.com/office/drawing/2014/main" id="{4B628F13-B15B-4945-6975-DCF8412B5C9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806062"/>
            <a:ext cx="7562335" cy="44106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right_table">
            <a:extLst>
              <a:ext uri="{FF2B5EF4-FFF2-40B4-BE49-F238E27FC236}">
                <a16:creationId xmlns:a16="http://schemas.microsoft.com/office/drawing/2014/main" id="{57949E57-FFBE-8336-E4A5-52A4E35DE16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257032" y="1801368"/>
            <a:ext cx="3686598" cy="4415323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graph_caption">
            <a:extLst>
              <a:ext uri="{FF2B5EF4-FFF2-40B4-BE49-F238E27FC236}">
                <a16:creationId xmlns:a16="http://schemas.microsoft.com/office/drawing/2014/main" id="{5D25FE66-B53A-8B48-70E2-83DC098AC0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199" y="1425426"/>
            <a:ext cx="7562335" cy="330200"/>
          </a:xfrm>
        </p:spPr>
        <p:txBody>
          <a:bodyPr bIns="0" anchor="b">
            <a:noAutofit/>
          </a:bodyPr>
          <a:lstStyle>
            <a:lvl1pPr marL="0" indent="0" algn="ctr">
              <a:buNone/>
              <a:defRPr sz="1600">
                <a:solidFill>
                  <a:srgbClr val="254A5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brace_img">
            <a:extLst>
              <a:ext uri="{FF2B5EF4-FFF2-40B4-BE49-F238E27FC236}">
                <a16:creationId xmlns:a16="http://schemas.microsoft.com/office/drawing/2014/main" id="{4192AA94-D130-27CA-2D26-05CB7CD0056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69097" y="2084662"/>
            <a:ext cx="3538538" cy="188912"/>
          </a:xfrm>
        </p:spPr>
        <p:txBody>
          <a:bodyPr/>
          <a:lstStyle>
            <a:lvl1pPr marL="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source_footer">
            <a:extLst>
              <a:ext uri="{FF2B5EF4-FFF2-40B4-BE49-F238E27FC236}">
                <a16:creationId xmlns:a16="http://schemas.microsoft.com/office/drawing/2014/main" id="{D692FE7A-E637-D8C3-9655-5D2DC4874D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90896" y="6526024"/>
            <a:ext cx="5511800" cy="333375"/>
          </a:xfrm>
        </p:spPr>
        <p:txBody>
          <a:bodyPr anchor="ctr">
            <a:normAutofit/>
          </a:bodyPr>
          <a:lstStyle>
            <a:lvl1pPr marL="0" indent="0" algn="r">
              <a:buNone/>
              <a:defRPr sz="12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5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  <p15:guide id="2" orient="horz" pos="28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AB35-C707-962D-810F-EDE9B859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CCDB9-B20B-B812-9DCA-0122035D8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46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790826-9824-226B-93BA-78796E11D8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C2BAD-F780-4A88-BD80-6CA396FC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199"/>
            <a:ext cx="11277600" cy="838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F216F9-1819-C88F-2802-1616DA5A2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8519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Karla Medium" panose="020B00040305030300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700" b="0" i="0" kern="1200">
          <a:solidFill>
            <a:srgbClr val="757575"/>
          </a:solidFill>
          <a:latin typeface="Karla Light" panose="020B000403050303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757575"/>
          </a:solidFill>
          <a:latin typeface="Karla Light" panose="020B00040305030300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757575"/>
          </a:solidFill>
          <a:latin typeface="Karla Light" panose="020B00040305030300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1" kern="1200">
          <a:solidFill>
            <a:srgbClr val="757575"/>
          </a:solidFill>
          <a:latin typeface="Karla Light" panose="020B00040305030300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757575"/>
          </a:solidFill>
          <a:latin typeface="Karla Light" panose="020B00040305030300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36257-67FC-87FA-3C1B-6CE75ED83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D7139-CDDB-0909-13EC-021C64634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732F6-288C-17EB-4815-AE9E8D27B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082E8-73AE-0443-9211-048CA87033AA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578DA-82EA-45DB-2EF0-411536A1C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BF62C-487A-F37D-BE06-30ABB8D5B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3744F-32DB-BD4B-B697-C0670FE089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2B117-B05E-B3D6-71CB-835C5A7286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7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DB909B4-2FA7-D63C-BE73-8D3C3EDF99F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" b="34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AC44777-8983-4366-4BC2-D6233004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Campaign Simulation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5CC37-6EC0-38CE-DA82-C7FD08377C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1088" y="5029200"/>
            <a:ext cx="5562600" cy="52714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5C6271"/>
              </a:solidFill>
            </a:endParaRPr>
          </a:p>
          <a:p>
            <a:endParaRPr lang="en-US" dirty="0">
              <a:solidFill>
                <a:srgbClr val="5C6271"/>
              </a:solidFill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2B5C33D-FD4E-5D10-622A-811598AF17F0}"/>
              </a:ext>
            </a:extLst>
          </p:cNvPr>
          <p:cNvSpPr/>
          <p:nvPr/>
        </p:nvSpPr>
        <p:spPr>
          <a:xfrm rot="18900000">
            <a:off x="1538997" y="180310"/>
            <a:ext cx="1692124" cy="8524301"/>
          </a:xfrm>
          <a:custGeom>
            <a:avLst/>
            <a:gdLst>
              <a:gd name="connsiteX0" fmla="*/ 1692124 w 1692124"/>
              <a:gd name="connsiteY0" fmla="*/ 0 h 8524301"/>
              <a:gd name="connsiteX1" fmla="*/ 1692124 w 1692124"/>
              <a:gd name="connsiteY1" fmla="*/ 8524301 h 8524301"/>
              <a:gd name="connsiteX2" fmla="*/ 0 w 1692124"/>
              <a:gd name="connsiteY2" fmla="*/ 6832177 h 8524301"/>
              <a:gd name="connsiteX3" fmla="*/ 0 w 1692124"/>
              <a:gd name="connsiteY3" fmla="*/ 1692124 h 8524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2124" h="8524301">
                <a:moveTo>
                  <a:pt x="1692124" y="0"/>
                </a:moveTo>
                <a:lnTo>
                  <a:pt x="1692124" y="8524301"/>
                </a:lnTo>
                <a:lnTo>
                  <a:pt x="0" y="6832177"/>
                </a:lnTo>
                <a:lnTo>
                  <a:pt x="0" y="1692124"/>
                </a:lnTo>
                <a:close/>
              </a:path>
            </a:pathLst>
          </a:custGeom>
          <a:solidFill>
            <a:srgbClr val="254A5D">
              <a:alpha val="553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3BF86B-1D56-7B9C-7881-D3746921632B}"/>
              </a:ext>
            </a:extLst>
          </p:cNvPr>
          <p:cNvCxnSpPr>
            <a:cxnSpLocks/>
          </p:cNvCxnSpPr>
          <p:nvPr/>
        </p:nvCxnSpPr>
        <p:spPr>
          <a:xfrm flipH="1">
            <a:off x="4267200" y="3012763"/>
            <a:ext cx="1487860" cy="141445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02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B7382F-546E-F283-25FF-AEE2E88255DF}"/>
              </a:ext>
            </a:extLst>
          </p:cNvPr>
          <p:cNvSpPr/>
          <p:nvPr/>
        </p:nvSpPr>
        <p:spPr>
          <a:xfrm>
            <a:off x="457200" y="1783080"/>
            <a:ext cx="7562088" cy="4407408"/>
          </a:xfrm>
          <a:prstGeom prst="rect">
            <a:avLst/>
          </a:prstGeom>
          <a:solidFill>
            <a:srgbClr val="F3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0940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CCS Colors 2026">
      <a:dk1>
        <a:srgbClr val="133C50"/>
      </a:dk1>
      <a:lt1>
        <a:srgbClr val="FFFFFF"/>
      </a:lt1>
      <a:dk2>
        <a:srgbClr val="0E2841"/>
      </a:dk2>
      <a:lt2>
        <a:srgbClr val="E8E8E8"/>
      </a:lt2>
      <a:accent1>
        <a:srgbClr val="FF3838"/>
      </a:accent1>
      <a:accent2>
        <a:srgbClr val="F5DFCB"/>
      </a:accent2>
      <a:accent3>
        <a:srgbClr val="247198"/>
      </a:accent3>
      <a:accent4>
        <a:srgbClr val="F7BD88"/>
      </a:accent4>
      <a:accent5>
        <a:srgbClr val="BF2A2A"/>
      </a:accent5>
      <a:accent6>
        <a:srgbClr val="7C5F44"/>
      </a:accent6>
      <a:hlink>
        <a:srgbClr val="FE4041"/>
      </a:hlink>
      <a:folHlink>
        <a:srgbClr val="247198"/>
      </a:folHlink>
    </a:clrScheme>
    <a:fontScheme name="CCS Fon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CS 2026 Colors - MS Theme">
  <a:themeElements>
    <a:clrScheme name="CCS 2026">
      <a:dk1>
        <a:srgbClr val="133C50"/>
      </a:dk1>
      <a:lt1>
        <a:srgbClr val="FFFFFF"/>
      </a:lt1>
      <a:dk2>
        <a:srgbClr val="0E2841"/>
      </a:dk2>
      <a:lt2>
        <a:srgbClr val="E8E8E8"/>
      </a:lt2>
      <a:accent1>
        <a:srgbClr val="FF3838"/>
      </a:accent1>
      <a:accent2>
        <a:srgbClr val="F5DFCB"/>
      </a:accent2>
      <a:accent3>
        <a:srgbClr val="247198"/>
      </a:accent3>
      <a:accent4>
        <a:srgbClr val="F7BD88"/>
      </a:accent4>
      <a:accent5>
        <a:srgbClr val="BF2A2A"/>
      </a:accent5>
      <a:accent6>
        <a:srgbClr val="7C5F44"/>
      </a:accent6>
      <a:hlink>
        <a:srgbClr val="FE4041"/>
      </a:hlink>
      <a:folHlink>
        <a:srgbClr val="24719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CS 2026 Colors - MS Theme" id="{A6D7435E-299B-8A4F-9030-5553EF060D5C}" vid="{D584EF1B-16E6-5940-9B6F-C4A6B8A99DA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Calibri Light</vt:lpstr>
      <vt:lpstr>Karla Light</vt:lpstr>
      <vt:lpstr>Karla Medium</vt:lpstr>
      <vt:lpstr>Title Slides</vt:lpstr>
      <vt:lpstr>CCS 2026 Colors - MS Theme</vt:lpstr>
      <vt:lpstr>Campaign Simulation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Ashutosh Nandeshwar</dc:creator>
  <cp:lastModifiedBy>Devin Heanue</cp:lastModifiedBy>
  <cp:revision>5</cp:revision>
  <dcterms:created xsi:type="dcterms:W3CDTF">2023-05-12T23:46:18Z</dcterms:created>
  <dcterms:modified xsi:type="dcterms:W3CDTF">2026-06-15T20:57:52Z</dcterms:modified>
</cp:coreProperties>
</file>