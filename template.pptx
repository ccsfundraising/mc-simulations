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2" r:id="rId2"/>
  </p:sldMasterIdLst>
  <p:sldIdLst>
    <p:sldId id="350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23D"/>
    <a:srgbClr val="254A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04EF91-AD59-DB42-8C91-DA74278E5BA3}" v="1" dt="2023-09-11T19:53:45.1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1"/>
    <p:restoredTop sz="96327"/>
  </p:normalViewPr>
  <p:slideViewPr>
    <p:cSldViewPr snapToGrid="0">
      <p:cViewPr varScale="1">
        <p:scale>
          <a:sx n="104" d="100"/>
          <a:sy n="104" d="100"/>
        </p:scale>
        <p:origin x="232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utosh Nandeshwar" userId="a9ab2e22-fa7a-4aa5-ad68-eb0c0d41c1c1" providerId="ADAL" clId="{0F620F38-C139-3F46-8E55-13192B8D315A}"/>
    <pc:docChg chg="undo custSel addSld delSld modSld sldOrd addMainMaster delMainMaster modMainMaster">
      <pc:chgData name="Ashutosh Nandeshwar" userId="a9ab2e22-fa7a-4aa5-ad68-eb0c0d41c1c1" providerId="ADAL" clId="{0F620F38-C139-3F46-8E55-13192B8D315A}" dt="2023-05-13T03:06:41.834" v="243" actId="478"/>
      <pc:docMkLst>
        <pc:docMk/>
      </pc:docMkLst>
      <pc:sldChg chg="delSp del mod modClrScheme chgLayout">
        <pc:chgData name="Ashutosh Nandeshwar" userId="a9ab2e22-fa7a-4aa5-ad68-eb0c0d41c1c1" providerId="ADAL" clId="{0F620F38-C139-3F46-8E55-13192B8D315A}" dt="2023-05-13T00:16:26.420" v="3" actId="2696"/>
        <pc:sldMkLst>
          <pc:docMk/>
          <pc:sldMk cId="1082142596" sldId="256"/>
        </pc:sldMkLst>
        <pc:spChg chg="del">
          <ac:chgData name="Ashutosh Nandeshwar" userId="a9ab2e22-fa7a-4aa5-ad68-eb0c0d41c1c1" providerId="ADAL" clId="{0F620F38-C139-3F46-8E55-13192B8D315A}" dt="2023-05-13T00:16:21.447" v="2" actId="700"/>
          <ac:spMkLst>
            <pc:docMk/>
            <pc:sldMk cId="1082142596" sldId="256"/>
            <ac:spMk id="4" creationId="{AF56097D-7CCA-AF14-ACCB-BAE79D839FDC}"/>
          </ac:spMkLst>
        </pc:spChg>
        <pc:spChg chg="del">
          <ac:chgData name="Ashutosh Nandeshwar" userId="a9ab2e22-fa7a-4aa5-ad68-eb0c0d41c1c1" providerId="ADAL" clId="{0F620F38-C139-3F46-8E55-13192B8D315A}" dt="2023-05-13T00:16:21.447" v="2" actId="700"/>
          <ac:spMkLst>
            <pc:docMk/>
            <pc:sldMk cId="1082142596" sldId="256"/>
            <ac:spMk id="5" creationId="{A7D2F3EC-064A-63BC-6858-AF270245F806}"/>
          </ac:spMkLst>
        </pc:spChg>
        <pc:spChg chg="del">
          <ac:chgData name="Ashutosh Nandeshwar" userId="a9ab2e22-fa7a-4aa5-ad68-eb0c0d41c1c1" providerId="ADAL" clId="{0F620F38-C139-3F46-8E55-13192B8D315A}" dt="2023-05-13T00:16:21.447" v="2" actId="700"/>
          <ac:spMkLst>
            <pc:docMk/>
            <pc:sldMk cId="1082142596" sldId="256"/>
            <ac:spMk id="6" creationId="{1FF00762-0B01-CF3B-8A13-C3BA6E8EFAFD}"/>
          </ac:spMkLst>
        </pc:spChg>
        <pc:spChg chg="del">
          <ac:chgData name="Ashutosh Nandeshwar" userId="a9ab2e22-fa7a-4aa5-ad68-eb0c0d41c1c1" providerId="ADAL" clId="{0F620F38-C139-3F46-8E55-13192B8D315A}" dt="2023-05-13T00:16:21.447" v="2" actId="700"/>
          <ac:spMkLst>
            <pc:docMk/>
            <pc:sldMk cId="1082142596" sldId="256"/>
            <ac:spMk id="7" creationId="{2B9296E0-A60A-B59C-60E8-E62C0BB3FE84}"/>
          </ac:spMkLst>
        </pc:spChg>
      </pc:sldChg>
      <pc:sldChg chg="addSp delSp modSp new add del mod ord modClrScheme chgLayout">
        <pc:chgData name="Ashutosh Nandeshwar" userId="a9ab2e22-fa7a-4aa5-ad68-eb0c0d41c1c1" providerId="ADAL" clId="{0F620F38-C139-3F46-8E55-13192B8D315A}" dt="2023-05-13T03:06:41.834" v="243" actId="478"/>
        <pc:sldMkLst>
          <pc:docMk/>
          <pc:sldMk cId="327460940" sldId="257"/>
        </pc:sldMkLst>
        <pc:spChg chg="add del mod">
          <ac:chgData name="Ashutosh Nandeshwar" userId="a9ab2e22-fa7a-4aa5-ad68-eb0c0d41c1c1" providerId="ADAL" clId="{0F620F38-C139-3F46-8E55-13192B8D315A}" dt="2023-05-13T03:06:24.224" v="238" actId="478"/>
          <ac:spMkLst>
            <pc:docMk/>
            <pc:sldMk cId="327460940" sldId="257"/>
            <ac:spMk id="2" creationId="{EF74BBFC-583F-4BBC-89E7-126DA97DBC7D}"/>
          </ac:spMkLst>
        </pc:spChg>
        <pc:spChg chg="del">
          <ac:chgData name="Ashutosh Nandeshwar" userId="a9ab2e22-fa7a-4aa5-ad68-eb0c0d41c1c1" providerId="ADAL" clId="{0F620F38-C139-3F46-8E55-13192B8D315A}" dt="2023-05-13T00:18:50.436" v="11" actId="700"/>
          <ac:spMkLst>
            <pc:docMk/>
            <pc:sldMk cId="327460940" sldId="257"/>
            <ac:spMk id="2" creationId="{F20C081C-9ACA-DBB6-3471-85A05D263550}"/>
          </ac:spMkLst>
        </pc:spChg>
        <pc:spChg chg="add del mod">
          <ac:chgData name="Ashutosh Nandeshwar" userId="a9ab2e22-fa7a-4aa5-ad68-eb0c0d41c1c1" providerId="ADAL" clId="{0F620F38-C139-3F46-8E55-13192B8D315A}" dt="2023-05-13T03:06:26.192" v="239" actId="478"/>
          <ac:spMkLst>
            <pc:docMk/>
            <pc:sldMk cId="327460940" sldId="257"/>
            <ac:spMk id="3" creationId="{C362FF4D-31C4-7CB3-5ECB-538915CF01E5}"/>
          </ac:spMkLst>
        </pc:spChg>
        <pc:spChg chg="del">
          <ac:chgData name="Ashutosh Nandeshwar" userId="a9ab2e22-fa7a-4aa5-ad68-eb0c0d41c1c1" providerId="ADAL" clId="{0F620F38-C139-3F46-8E55-13192B8D315A}" dt="2023-05-13T00:18:50.436" v="11" actId="700"/>
          <ac:spMkLst>
            <pc:docMk/>
            <pc:sldMk cId="327460940" sldId="257"/>
            <ac:spMk id="3" creationId="{EADE1F61-2EFC-10EA-4F39-F21BD69113E1}"/>
          </ac:spMkLst>
        </pc:spChg>
        <pc:spChg chg="add del mod">
          <ac:chgData name="Ashutosh Nandeshwar" userId="a9ab2e22-fa7a-4aa5-ad68-eb0c0d41c1c1" providerId="ADAL" clId="{0F620F38-C139-3F46-8E55-13192B8D315A}" dt="2023-05-13T03:06:41.834" v="243" actId="478"/>
          <ac:spMkLst>
            <pc:docMk/>
            <pc:sldMk cId="327460940" sldId="257"/>
            <ac:spMk id="4" creationId="{EFD537D9-AD77-5AB4-2E92-D2E3351778B8}"/>
          </ac:spMkLst>
        </pc:spChg>
        <pc:spChg chg="add del mod">
          <ac:chgData name="Ashutosh Nandeshwar" userId="a9ab2e22-fa7a-4aa5-ad68-eb0c0d41c1c1" providerId="ADAL" clId="{0F620F38-C139-3F46-8E55-13192B8D315A}" dt="2023-05-13T03:06:40.334" v="242" actId="478"/>
          <ac:spMkLst>
            <pc:docMk/>
            <pc:sldMk cId="327460940" sldId="257"/>
            <ac:spMk id="5" creationId="{CF3578FC-0E21-BBED-23D5-02BD3220FC88}"/>
          </ac:spMkLst>
        </pc:spChg>
        <pc:spChg chg="add del mod">
          <ac:chgData name="Ashutosh Nandeshwar" userId="a9ab2e22-fa7a-4aa5-ad68-eb0c0d41c1c1" providerId="ADAL" clId="{0F620F38-C139-3F46-8E55-13192B8D315A}" dt="2023-05-13T03:06:27.592" v="240" actId="478"/>
          <ac:spMkLst>
            <pc:docMk/>
            <pc:sldMk cId="327460940" sldId="257"/>
            <ac:spMk id="6" creationId="{EAC04F2D-0B47-802F-D06A-69C610EAA88D}"/>
          </ac:spMkLst>
        </pc:spChg>
        <pc:spChg chg="add del mod">
          <ac:chgData name="Ashutosh Nandeshwar" userId="a9ab2e22-fa7a-4aa5-ad68-eb0c0d41c1c1" providerId="ADAL" clId="{0F620F38-C139-3F46-8E55-13192B8D315A}" dt="2023-05-13T03:06:29.282" v="241" actId="478"/>
          <ac:spMkLst>
            <pc:docMk/>
            <pc:sldMk cId="327460940" sldId="257"/>
            <ac:spMk id="7" creationId="{EABD0232-B14C-1A18-FD2C-5455C6C6A753}"/>
          </ac:spMkLst>
        </pc:spChg>
      </pc:sldChg>
      <pc:sldChg chg="addSp delSp modSp add del mod ord chgLayout">
        <pc:chgData name="Ashutosh Nandeshwar" userId="a9ab2e22-fa7a-4aa5-ad68-eb0c0d41c1c1" providerId="ADAL" clId="{0F620F38-C139-3F46-8E55-13192B8D315A}" dt="2023-05-13T02:15:42.584" v="199" actId="478"/>
        <pc:sldMkLst>
          <pc:docMk/>
          <pc:sldMk cId="3275027838" sldId="350"/>
        </pc:sldMkLst>
        <pc:spChg chg="add del mod ord">
          <ac:chgData name="Ashutosh Nandeshwar" userId="a9ab2e22-fa7a-4aa5-ad68-eb0c0d41c1c1" providerId="ADAL" clId="{0F620F38-C139-3F46-8E55-13192B8D315A}" dt="2023-05-13T01:56:52.102" v="171" actId="700"/>
          <ac:spMkLst>
            <pc:docMk/>
            <pc:sldMk cId="3275027838" sldId="350"/>
            <ac:spMk id="2" creationId="{12C350F0-7CBB-B374-DCBC-34295039CCE9}"/>
          </ac:spMkLst>
        </pc:spChg>
        <pc:spChg chg="mod ord">
          <ac:chgData name="Ashutosh Nandeshwar" userId="a9ab2e22-fa7a-4aa5-ad68-eb0c0d41c1c1" providerId="ADAL" clId="{0F620F38-C139-3F46-8E55-13192B8D315A}" dt="2023-05-13T01:56:54.480" v="172" actId="700"/>
          <ac:spMkLst>
            <pc:docMk/>
            <pc:sldMk cId="3275027838" sldId="350"/>
            <ac:spMk id="3" creationId="{5AC44777-8983-4366-4BC2-D62330047D28}"/>
          </ac:spMkLst>
        </pc:spChg>
        <pc:spChg chg="mod ord">
          <ac:chgData name="Ashutosh Nandeshwar" userId="a9ab2e22-fa7a-4aa5-ad68-eb0c0d41c1c1" providerId="ADAL" clId="{0F620F38-C139-3F46-8E55-13192B8D315A}" dt="2023-05-13T01:56:54.480" v="172" actId="700"/>
          <ac:spMkLst>
            <pc:docMk/>
            <pc:sldMk cId="3275027838" sldId="350"/>
            <ac:spMk id="4" creationId="{55D5CC37-6EC0-38CE-DA82-C7FD08377C00}"/>
          </ac:spMkLst>
        </pc:spChg>
        <pc:spChg chg="add del mod ord">
          <ac:chgData name="Ashutosh Nandeshwar" userId="a9ab2e22-fa7a-4aa5-ad68-eb0c0d41c1c1" providerId="ADAL" clId="{0F620F38-C139-3F46-8E55-13192B8D315A}" dt="2023-05-13T01:56:54.480" v="172" actId="700"/>
          <ac:spMkLst>
            <pc:docMk/>
            <pc:sldMk cId="3275027838" sldId="350"/>
            <ac:spMk id="6" creationId="{CB5FBF51-AA0B-0DE2-722E-40B23F2C9849}"/>
          </ac:spMkLst>
        </pc:spChg>
        <pc:spChg chg="add del mod ord">
          <ac:chgData name="Ashutosh Nandeshwar" userId="a9ab2e22-fa7a-4aa5-ad68-eb0c0d41c1c1" providerId="ADAL" clId="{0F620F38-C139-3F46-8E55-13192B8D315A}" dt="2023-05-13T02:15:42.584" v="199" actId="478"/>
          <ac:spMkLst>
            <pc:docMk/>
            <pc:sldMk cId="3275027838" sldId="350"/>
            <ac:spMk id="9" creationId="{53AADC11-0282-CBAF-4717-64ED38A0E823}"/>
          </ac:spMkLst>
        </pc:spChg>
        <pc:picChg chg="mod ord modCrop">
          <ac:chgData name="Ashutosh Nandeshwar" userId="a9ab2e22-fa7a-4aa5-ad68-eb0c0d41c1c1" providerId="ADAL" clId="{0F620F38-C139-3F46-8E55-13192B8D315A}" dt="2023-05-13T01:56:54.480" v="172" actId="700"/>
          <ac:picMkLst>
            <pc:docMk/>
            <pc:sldMk cId="3275027838" sldId="350"/>
            <ac:picMk id="7" creationId="{4DB909B4-2FA7-D63C-BE73-8D3C3EDF99F8}"/>
          </ac:picMkLst>
        </pc:picChg>
      </pc:sldChg>
      <pc:sldChg chg="addSp delSp modSp new del mod chgLayout">
        <pc:chgData name="Ashutosh Nandeshwar" userId="a9ab2e22-fa7a-4aa5-ad68-eb0c0d41c1c1" providerId="ADAL" clId="{0F620F38-C139-3F46-8E55-13192B8D315A}" dt="2023-05-13T01:57:28.856" v="175" actId="2696"/>
        <pc:sldMkLst>
          <pc:docMk/>
          <pc:sldMk cId="503981436" sldId="351"/>
        </pc:sldMkLst>
        <pc:spChg chg="del">
          <ac:chgData name="Ashutosh Nandeshwar" userId="a9ab2e22-fa7a-4aa5-ad68-eb0c0d41c1c1" providerId="ADAL" clId="{0F620F38-C139-3F46-8E55-13192B8D315A}" dt="2023-05-13T01:57:26.045" v="174" actId="700"/>
          <ac:spMkLst>
            <pc:docMk/>
            <pc:sldMk cId="503981436" sldId="351"/>
            <ac:spMk id="2" creationId="{81A027C2-F259-DBAD-F9C2-DA5CF480F77F}"/>
          </ac:spMkLst>
        </pc:spChg>
        <pc:spChg chg="del">
          <ac:chgData name="Ashutosh Nandeshwar" userId="a9ab2e22-fa7a-4aa5-ad68-eb0c0d41c1c1" providerId="ADAL" clId="{0F620F38-C139-3F46-8E55-13192B8D315A}" dt="2023-05-13T01:57:26.045" v="174" actId="700"/>
          <ac:spMkLst>
            <pc:docMk/>
            <pc:sldMk cId="503981436" sldId="351"/>
            <ac:spMk id="3" creationId="{9DAA9507-749D-9959-15B6-C7E79759BB42}"/>
          </ac:spMkLst>
        </pc:spChg>
        <pc:spChg chg="del">
          <ac:chgData name="Ashutosh Nandeshwar" userId="a9ab2e22-fa7a-4aa5-ad68-eb0c0d41c1c1" providerId="ADAL" clId="{0F620F38-C139-3F46-8E55-13192B8D315A}" dt="2023-05-13T01:57:26.045" v="174" actId="700"/>
          <ac:spMkLst>
            <pc:docMk/>
            <pc:sldMk cId="503981436" sldId="351"/>
            <ac:spMk id="4" creationId="{EC1D75B2-253B-07AE-126E-6E522EC00D0D}"/>
          </ac:spMkLst>
        </pc:spChg>
        <pc:spChg chg="del">
          <ac:chgData name="Ashutosh Nandeshwar" userId="a9ab2e22-fa7a-4aa5-ad68-eb0c0d41c1c1" providerId="ADAL" clId="{0F620F38-C139-3F46-8E55-13192B8D315A}" dt="2023-05-13T01:57:26.045" v="174" actId="700"/>
          <ac:spMkLst>
            <pc:docMk/>
            <pc:sldMk cId="503981436" sldId="351"/>
            <ac:spMk id="5" creationId="{DE979C5E-E86A-19BA-6352-6287B2BD65BD}"/>
          </ac:spMkLst>
        </pc:spChg>
        <pc:spChg chg="add mod ord">
          <ac:chgData name="Ashutosh Nandeshwar" userId="a9ab2e22-fa7a-4aa5-ad68-eb0c0d41c1c1" providerId="ADAL" clId="{0F620F38-C139-3F46-8E55-13192B8D315A}" dt="2023-05-13T01:57:26.045" v="174" actId="700"/>
          <ac:spMkLst>
            <pc:docMk/>
            <pc:sldMk cId="503981436" sldId="351"/>
            <ac:spMk id="6" creationId="{09EEC556-A02F-411D-8DD6-859E228331ED}"/>
          </ac:spMkLst>
        </pc:spChg>
        <pc:spChg chg="add mod ord">
          <ac:chgData name="Ashutosh Nandeshwar" userId="a9ab2e22-fa7a-4aa5-ad68-eb0c0d41c1c1" providerId="ADAL" clId="{0F620F38-C139-3F46-8E55-13192B8D315A}" dt="2023-05-13T01:57:26.045" v="174" actId="700"/>
          <ac:spMkLst>
            <pc:docMk/>
            <pc:sldMk cId="503981436" sldId="351"/>
            <ac:spMk id="7" creationId="{082020B0-A3B8-A177-C85F-5352D818CD39}"/>
          </ac:spMkLst>
        </pc:spChg>
        <pc:spChg chg="add mod ord">
          <ac:chgData name="Ashutosh Nandeshwar" userId="a9ab2e22-fa7a-4aa5-ad68-eb0c0d41c1c1" providerId="ADAL" clId="{0F620F38-C139-3F46-8E55-13192B8D315A}" dt="2023-05-13T01:57:26.045" v="174" actId="700"/>
          <ac:spMkLst>
            <pc:docMk/>
            <pc:sldMk cId="503981436" sldId="351"/>
            <ac:spMk id="8" creationId="{09747D85-AE5F-9D67-BC23-1CC73CE90B93}"/>
          </ac:spMkLst>
        </pc:spChg>
        <pc:spChg chg="add mod ord">
          <ac:chgData name="Ashutosh Nandeshwar" userId="a9ab2e22-fa7a-4aa5-ad68-eb0c0d41c1c1" providerId="ADAL" clId="{0F620F38-C139-3F46-8E55-13192B8D315A}" dt="2023-05-13T01:57:26.045" v="174" actId="700"/>
          <ac:spMkLst>
            <pc:docMk/>
            <pc:sldMk cId="503981436" sldId="351"/>
            <ac:spMk id="9" creationId="{96E0AAE7-4411-7F53-E124-6528F3FD39FB}"/>
          </ac:spMkLst>
        </pc:spChg>
      </pc:sldChg>
      <pc:sldMasterChg chg="add del addSldLayout delSldLayout modSldLayout">
        <pc:chgData name="Ashutosh Nandeshwar" userId="a9ab2e22-fa7a-4aa5-ad68-eb0c0d41c1c1" providerId="ADAL" clId="{0F620F38-C139-3F46-8E55-13192B8D315A}" dt="2023-05-13T03:02:37.178" v="236" actId="166"/>
        <pc:sldMasterMkLst>
          <pc:docMk/>
          <pc:sldMasterMk cId="983183760" sldId="2147483648"/>
        </pc:sldMasterMkLst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1478776492" sldId="2147483649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1958294226" sldId="2147483650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385001653" sldId="2147483651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1473286501" sldId="2147483652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1934921637" sldId="2147483653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3175046048" sldId="2147483654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1521871201" sldId="2147483655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4267360594" sldId="2147483656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3425159626" sldId="2147483657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1429792901" sldId="2147483658"/>
          </pc:sldLayoutMkLst>
        </pc:sldLayoutChg>
        <pc:sldLayoutChg chg="add del">
          <pc:chgData name="Ashutosh Nandeshwar" userId="a9ab2e22-fa7a-4aa5-ad68-eb0c0d41c1c1" providerId="ADAL" clId="{0F620F38-C139-3F46-8E55-13192B8D315A}" dt="2023-05-13T00:17:48.550" v="9" actId="2696"/>
          <pc:sldLayoutMkLst>
            <pc:docMk/>
            <pc:sldMasterMk cId="983183760" sldId="2147483648"/>
            <pc:sldLayoutMk cId="101494739" sldId="2147483659"/>
          </pc:sldLayoutMkLst>
        </pc:sldLayoutChg>
        <pc:sldLayoutChg chg="addSp delSp modSp add del mod">
          <pc:chgData name="Ashutosh Nandeshwar" userId="a9ab2e22-fa7a-4aa5-ad68-eb0c0d41c1c1" providerId="ADAL" clId="{0F620F38-C139-3F46-8E55-13192B8D315A}" dt="2023-05-13T03:02:37.178" v="236" actId="166"/>
          <pc:sldLayoutMkLst>
            <pc:docMk/>
            <pc:sldMasterMk cId="983183760" sldId="2147483648"/>
            <pc:sldLayoutMk cId="1127028118" sldId="2147483661"/>
          </pc:sldLayoutMkLst>
          <pc:spChg chg="add del">
            <ac:chgData name="Ashutosh Nandeshwar" userId="a9ab2e22-fa7a-4aa5-ad68-eb0c0d41c1c1" providerId="ADAL" clId="{0F620F38-C139-3F46-8E55-13192B8D315A}" dt="2023-05-13T01:36:21.532" v="114" actId="11529"/>
            <ac:spMkLst>
              <pc:docMk/>
              <pc:sldMasterMk cId="983183760" sldId="2147483648"/>
              <pc:sldLayoutMk cId="1127028118" sldId="2147483661"/>
              <ac:spMk id="2" creationId="{28D66DBA-EED4-A007-F3BF-09AA7FDD2D71}"/>
            </ac:spMkLst>
          </pc:spChg>
          <pc:spChg chg="mod">
            <ac:chgData name="Ashutosh Nandeshwar" userId="a9ab2e22-fa7a-4aa5-ad68-eb0c0d41c1c1" providerId="ADAL" clId="{0F620F38-C139-3F46-8E55-13192B8D315A}" dt="2023-05-13T01:36:34.930" v="116" actId="12788"/>
            <ac:spMkLst>
              <pc:docMk/>
              <pc:sldMasterMk cId="983183760" sldId="2147483648"/>
              <pc:sldLayoutMk cId="1127028118" sldId="2147483661"/>
              <ac:spMk id="3" creationId="{4B628F13-B15B-4945-6975-DCF8412B5C9E}"/>
            </ac:spMkLst>
          </pc:spChg>
          <pc:spChg chg="add mod">
            <ac:chgData name="Ashutosh Nandeshwar" userId="a9ab2e22-fa7a-4aa5-ad68-eb0c0d41c1c1" providerId="ADAL" clId="{0F620F38-C139-3F46-8E55-13192B8D315A}" dt="2023-05-13T03:02:37.178" v="236" actId="166"/>
            <ac:spMkLst>
              <pc:docMk/>
              <pc:sldMasterMk cId="983183760" sldId="2147483648"/>
              <pc:sldLayoutMk cId="1127028118" sldId="2147483661"/>
              <ac:spMk id="4" creationId="{4192AA94-D130-27CA-2D26-05CB7CD00567}"/>
            </ac:spMkLst>
          </pc:spChg>
          <pc:spChg chg="mod">
            <ac:chgData name="Ashutosh Nandeshwar" userId="a9ab2e22-fa7a-4aa5-ad68-eb0c0d41c1c1" providerId="ADAL" clId="{0F620F38-C139-3F46-8E55-13192B8D315A}" dt="2023-05-13T03:02:37.178" v="236" actId="166"/>
            <ac:spMkLst>
              <pc:docMk/>
              <pc:sldMasterMk cId="983183760" sldId="2147483648"/>
              <pc:sldLayoutMk cId="1127028118" sldId="2147483661"/>
              <ac:spMk id="7" creationId="{5D25FE66-B53A-8B48-70E2-83DC098AC097}"/>
            </ac:spMkLst>
          </pc:spChg>
          <pc:spChg chg="del mod">
            <ac:chgData name="Ashutosh Nandeshwar" userId="a9ab2e22-fa7a-4aa5-ad68-eb0c0d41c1c1" providerId="ADAL" clId="{0F620F38-C139-3F46-8E55-13192B8D315A}" dt="2023-05-13T01:36:06.305" v="113" actId="478"/>
            <ac:spMkLst>
              <pc:docMk/>
              <pc:sldMasterMk cId="983183760" sldId="2147483648"/>
              <pc:sldLayoutMk cId="1127028118" sldId="2147483661"/>
              <ac:spMk id="13" creationId="{1F80FBE2-B305-6111-CABC-2ABF46420359}"/>
            </ac:spMkLst>
          </pc:spChg>
          <pc:spChg chg="mod">
            <ac:chgData name="Ashutosh Nandeshwar" userId="a9ab2e22-fa7a-4aa5-ad68-eb0c0d41c1c1" providerId="ADAL" clId="{0F620F38-C139-3F46-8E55-13192B8D315A}" dt="2023-05-13T01:27:11.307" v="83" actId="1035"/>
            <ac:spMkLst>
              <pc:docMk/>
              <pc:sldMasterMk cId="983183760" sldId="2147483648"/>
              <pc:sldLayoutMk cId="1127028118" sldId="2147483661"/>
              <ac:spMk id="14" creationId="{50619ED4-83A9-4A87-B261-251D662DE27A}"/>
            </ac:spMkLst>
          </pc:spChg>
        </pc:sldLayoutChg>
      </pc:sldMasterChg>
      <pc:sldMasterChg chg="delSldLayout modSldLayout sldLayoutOrd">
        <pc:chgData name="Ashutosh Nandeshwar" userId="a9ab2e22-fa7a-4aa5-ad68-eb0c0d41c1c1" providerId="ADAL" clId="{0F620F38-C139-3F46-8E55-13192B8D315A}" dt="2023-05-13T02:55:30.463" v="216" actId="1035"/>
        <pc:sldMasterMkLst>
          <pc:docMk/>
          <pc:sldMasterMk cId="1628519446" sldId="2147483662"/>
        </pc:sldMasterMkLst>
        <pc:sldLayoutChg chg="del">
          <pc:chgData name="Ashutosh Nandeshwar" userId="a9ab2e22-fa7a-4aa5-ad68-eb0c0d41c1c1" providerId="ADAL" clId="{0F620F38-C139-3F46-8E55-13192B8D315A}" dt="2023-05-13T01:26:54.734" v="13" actId="2696"/>
          <pc:sldLayoutMkLst>
            <pc:docMk/>
            <pc:sldMasterMk cId="1628519446" sldId="2147483662"/>
            <pc:sldLayoutMk cId="1936128597" sldId="2147483663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41" v="16" actId="2696"/>
          <pc:sldLayoutMkLst>
            <pc:docMk/>
            <pc:sldMasterMk cId="1628519446" sldId="2147483662"/>
            <pc:sldLayoutMk cId="2840838742" sldId="2147483664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66" v="27" actId="2696"/>
          <pc:sldLayoutMkLst>
            <pc:docMk/>
            <pc:sldMasterMk cId="1628519446" sldId="2147483662"/>
            <pc:sldLayoutMk cId="4263422065" sldId="2147483665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60" v="22" actId="2696"/>
          <pc:sldLayoutMkLst>
            <pc:docMk/>
            <pc:sldMasterMk cId="1628519446" sldId="2147483662"/>
            <pc:sldLayoutMk cId="3284813463" sldId="2147483666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3" v="51" actId="2696"/>
          <pc:sldLayoutMkLst>
            <pc:docMk/>
            <pc:sldMasterMk cId="1628519446" sldId="2147483662"/>
            <pc:sldLayoutMk cId="2734971234" sldId="2147483667"/>
          </pc:sldLayoutMkLst>
        </pc:sldLayoutChg>
        <pc:sldLayoutChg chg="addSp delSp modSp mod ord">
          <pc:chgData name="Ashutosh Nandeshwar" userId="a9ab2e22-fa7a-4aa5-ad68-eb0c0d41c1c1" providerId="ADAL" clId="{0F620F38-C139-3F46-8E55-13192B8D315A}" dt="2023-05-13T02:55:30.463" v="216" actId="1035"/>
          <pc:sldLayoutMkLst>
            <pc:docMk/>
            <pc:sldMasterMk cId="1628519446" sldId="2147483662"/>
            <pc:sldLayoutMk cId="2057324489" sldId="2147483668"/>
          </pc:sldLayoutMkLst>
          <pc:spChg chg="del mod">
            <ac:chgData name="Ashutosh Nandeshwar" userId="a9ab2e22-fa7a-4aa5-ad68-eb0c0d41c1c1" providerId="ADAL" clId="{0F620F38-C139-3F46-8E55-13192B8D315A}" dt="2023-05-13T02:05:03.090" v="176" actId="478"/>
            <ac:spMkLst>
              <pc:docMk/>
              <pc:sldMasterMk cId="1628519446" sldId="2147483662"/>
              <pc:sldLayoutMk cId="2057324489" sldId="2147483668"/>
              <ac:spMk id="3" creationId="{26846683-F462-1307-561B-B8F69DDDB4ED}"/>
            </ac:spMkLst>
          </pc:spChg>
          <pc:spChg chg="add del">
            <ac:chgData name="Ashutosh Nandeshwar" userId="a9ab2e22-fa7a-4aa5-ad68-eb0c0d41c1c1" providerId="ADAL" clId="{0F620F38-C139-3F46-8E55-13192B8D315A}" dt="2023-05-13T02:13:59.794" v="193" actId="11529"/>
            <ac:spMkLst>
              <pc:docMk/>
              <pc:sldMasterMk cId="1628519446" sldId="2147483662"/>
              <pc:sldLayoutMk cId="2057324489" sldId="2147483668"/>
              <ac:spMk id="3" creationId="{E1993108-FF6D-70C1-CBA9-E64E7B828BC5}"/>
            </ac:spMkLst>
          </pc:spChg>
          <pc:spChg chg="add del mod">
            <ac:chgData name="Ashutosh Nandeshwar" userId="a9ab2e22-fa7a-4aa5-ad68-eb0c0d41c1c1" providerId="ADAL" clId="{0F620F38-C139-3F46-8E55-13192B8D315A}" dt="2023-05-13T02:13:48.604" v="191" actId="478"/>
            <ac:spMkLst>
              <pc:docMk/>
              <pc:sldMasterMk cId="1628519446" sldId="2147483662"/>
              <pc:sldLayoutMk cId="2057324489" sldId="2147483668"/>
              <ac:spMk id="4" creationId="{B85C79D1-3A78-CB56-E9E8-AD4E591D0D25}"/>
            </ac:spMkLst>
          </pc:spChg>
          <pc:spChg chg="add mod">
            <ac:chgData name="Ashutosh Nandeshwar" userId="a9ab2e22-fa7a-4aa5-ad68-eb0c0d41c1c1" providerId="ADAL" clId="{0F620F38-C139-3F46-8E55-13192B8D315A}" dt="2023-05-13T02:55:25.140" v="214" actId="552"/>
            <ac:spMkLst>
              <pc:docMk/>
              <pc:sldMasterMk cId="1628519446" sldId="2147483662"/>
              <pc:sldLayoutMk cId="2057324489" sldId="2147483668"/>
              <ac:spMk id="5" creationId="{33A7C9B6-DBD7-2B61-DD27-B359459C6DBE}"/>
            </ac:spMkLst>
          </pc:spChg>
          <pc:spChg chg="add del">
            <ac:chgData name="Ashutosh Nandeshwar" userId="a9ab2e22-fa7a-4aa5-ad68-eb0c0d41c1c1" providerId="ADAL" clId="{0F620F38-C139-3F46-8E55-13192B8D315A}" dt="2023-05-13T02:05:30.414" v="178" actId="11529"/>
            <ac:spMkLst>
              <pc:docMk/>
              <pc:sldMasterMk cId="1628519446" sldId="2147483662"/>
              <pc:sldLayoutMk cId="2057324489" sldId="2147483668"/>
              <ac:spMk id="5" creationId="{6D1E7A38-AF22-6A81-FE15-CB00BF715AE7}"/>
            </ac:spMkLst>
          </pc:spChg>
          <pc:spChg chg="add del mod">
            <ac:chgData name="Ashutosh Nandeshwar" userId="a9ab2e22-fa7a-4aa5-ad68-eb0c0d41c1c1" providerId="ADAL" clId="{0F620F38-C139-3F46-8E55-13192B8D315A}" dt="2023-05-13T02:13:51.987" v="192" actId="478"/>
            <ac:spMkLst>
              <pc:docMk/>
              <pc:sldMasterMk cId="1628519446" sldId="2147483662"/>
              <pc:sldLayoutMk cId="2057324489" sldId="2147483668"/>
              <ac:spMk id="6" creationId="{8C11D3BD-CB50-F07E-FF83-D6E1B065B970}"/>
            </ac:spMkLst>
          </pc:spChg>
          <pc:spChg chg="add mod">
            <ac:chgData name="Ashutosh Nandeshwar" userId="a9ab2e22-fa7a-4aa5-ad68-eb0c0d41c1c1" providerId="ADAL" clId="{0F620F38-C139-3F46-8E55-13192B8D315A}" dt="2023-05-13T02:55:30.463" v="216" actId="1035"/>
            <ac:spMkLst>
              <pc:docMk/>
              <pc:sldMasterMk cId="1628519446" sldId="2147483662"/>
              <pc:sldLayoutMk cId="2057324489" sldId="2147483668"/>
              <ac:spMk id="7" creationId="{6F5952BE-55A5-1C39-5E5E-035243667E75}"/>
            </ac:spMkLst>
          </pc:spChg>
          <pc:spChg chg="mod">
            <ac:chgData name="Ashutosh Nandeshwar" userId="a9ab2e22-fa7a-4aa5-ad68-eb0c0d41c1c1" providerId="ADAL" clId="{0F620F38-C139-3F46-8E55-13192B8D315A}" dt="2023-05-13T02:55:25.140" v="214" actId="552"/>
            <ac:spMkLst>
              <pc:docMk/>
              <pc:sldMasterMk cId="1628519446" sldId="2147483662"/>
              <pc:sldLayoutMk cId="2057324489" sldId="2147483668"/>
              <ac:spMk id="26" creationId="{ADD87412-82D6-A515-DF8B-025EDE80E7BF}"/>
            </ac:spMkLst>
          </pc:spChg>
        </pc:sldLayoutChg>
        <pc:sldLayoutChg chg="del">
          <pc:chgData name="Ashutosh Nandeshwar" userId="a9ab2e22-fa7a-4aa5-ad68-eb0c0d41c1c1" providerId="ADAL" clId="{0F620F38-C139-3F46-8E55-13192B8D315A}" dt="2023-05-13T01:26:55.132" v="49" actId="2696"/>
          <pc:sldLayoutMkLst>
            <pc:docMk/>
            <pc:sldMasterMk cId="1628519446" sldId="2147483662"/>
            <pc:sldLayoutMk cId="1945495013" sldId="2147483669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59" v="62" actId="2696"/>
          <pc:sldLayoutMkLst>
            <pc:docMk/>
            <pc:sldMasterMk cId="1628519446" sldId="2147483662"/>
            <pc:sldLayoutMk cId="4056619387" sldId="2147483670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75" v="33" actId="2696"/>
          <pc:sldLayoutMkLst>
            <pc:docMk/>
            <pc:sldMasterMk cId="1628519446" sldId="2147483662"/>
            <pc:sldLayoutMk cId="1622815521" sldId="2147483671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6" v="43" actId="2696"/>
          <pc:sldLayoutMkLst>
            <pc:docMk/>
            <pc:sldMasterMk cId="1628519446" sldId="2147483662"/>
            <pc:sldLayoutMk cId="2098058602" sldId="2147483672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72" v="29" actId="2696"/>
          <pc:sldLayoutMkLst>
            <pc:docMk/>
            <pc:sldMasterMk cId="1628519446" sldId="2147483662"/>
            <pc:sldLayoutMk cId="633637811" sldId="2147483673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65" v="26" actId="2696"/>
          <pc:sldLayoutMkLst>
            <pc:docMk/>
            <pc:sldMasterMk cId="1628519446" sldId="2147483662"/>
            <pc:sldLayoutMk cId="2983984519" sldId="2147483674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59" v="21" actId="2696"/>
          <pc:sldLayoutMkLst>
            <pc:docMk/>
            <pc:sldMasterMk cId="1628519446" sldId="2147483662"/>
            <pc:sldLayoutMk cId="3650155559" sldId="2147483675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66" v="63" actId="2696"/>
          <pc:sldLayoutMkLst>
            <pc:docMk/>
            <pc:sldMasterMk cId="1628519446" sldId="2147483662"/>
            <pc:sldLayoutMk cId="46111502" sldId="2147483676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4" v="40" actId="2696"/>
          <pc:sldLayoutMkLst>
            <pc:docMk/>
            <pc:sldMasterMk cId="1628519446" sldId="2147483662"/>
            <pc:sldLayoutMk cId="1749466535" sldId="2147483677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64" v="25" actId="2696"/>
          <pc:sldLayoutMkLst>
            <pc:docMk/>
            <pc:sldMasterMk cId="1628519446" sldId="2147483662"/>
            <pc:sldLayoutMk cId="617830710" sldId="2147483678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9" v="56" actId="2696"/>
          <pc:sldLayoutMkLst>
            <pc:docMk/>
            <pc:sldMasterMk cId="1628519446" sldId="2147483662"/>
            <pc:sldLayoutMk cId="1414632775" sldId="2147483679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51" v="20" actId="2696"/>
          <pc:sldLayoutMkLst>
            <pc:docMk/>
            <pc:sldMasterMk cId="1628519446" sldId="2147483662"/>
            <pc:sldLayoutMk cId="2846355647" sldId="2147483680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58" v="61" actId="2696"/>
          <pc:sldLayoutMkLst>
            <pc:docMk/>
            <pc:sldMasterMk cId="1628519446" sldId="2147483662"/>
            <pc:sldLayoutMk cId="2078559584" sldId="2147483681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29" v="46" actId="2696"/>
          <pc:sldLayoutMkLst>
            <pc:docMk/>
            <pc:sldMasterMk cId="1628519446" sldId="2147483662"/>
            <pc:sldLayoutMk cId="3620340875" sldId="2147483682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3" v="39" actId="2696"/>
          <pc:sldLayoutMkLst>
            <pc:docMk/>
            <pc:sldMasterMk cId="1628519446" sldId="2147483662"/>
            <pc:sldLayoutMk cId="3905293468" sldId="2147483683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1" v="36" actId="2696"/>
          <pc:sldLayoutMkLst>
            <pc:docMk/>
            <pc:sldMasterMk cId="1628519446" sldId="2147483662"/>
            <pc:sldLayoutMk cId="187861256" sldId="2147483684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50" v="19" actId="2696"/>
          <pc:sldLayoutMkLst>
            <pc:docMk/>
            <pc:sldMasterMk cId="1628519446" sldId="2147483662"/>
            <pc:sldLayoutMk cId="256668854" sldId="2147483685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6" v="52" actId="2696"/>
          <pc:sldLayoutMkLst>
            <pc:docMk/>
            <pc:sldMasterMk cId="1628519446" sldId="2147483662"/>
            <pc:sldLayoutMk cId="2965400551" sldId="2147483686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74" v="32" actId="2696"/>
          <pc:sldLayoutMkLst>
            <pc:docMk/>
            <pc:sldMasterMk cId="1628519446" sldId="2147483662"/>
            <pc:sldLayoutMk cId="1722498004" sldId="2147483687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2" v="38" actId="2696"/>
          <pc:sldLayoutMkLst>
            <pc:docMk/>
            <pc:sldMasterMk cId="1628519446" sldId="2147483662"/>
            <pc:sldLayoutMk cId="2653095786" sldId="2147483688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40" v="58" actId="2696"/>
          <pc:sldLayoutMkLst>
            <pc:docMk/>
            <pc:sldMasterMk cId="1628519446" sldId="2147483662"/>
            <pc:sldLayoutMk cId="3073173177" sldId="2147483689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72" v="30" actId="2696"/>
          <pc:sldLayoutMkLst>
            <pc:docMk/>
            <pc:sldMasterMk cId="1628519446" sldId="2147483662"/>
            <pc:sldLayoutMk cId="3736306220" sldId="2147483690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2" v="37" actId="2696"/>
          <pc:sldLayoutMkLst>
            <pc:docMk/>
            <pc:sldMasterMk cId="1628519446" sldId="2147483662"/>
            <pc:sldLayoutMk cId="1540257556" sldId="2147483691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9" v="57" actId="2696"/>
          <pc:sldLayoutMkLst>
            <pc:docMk/>
            <pc:sldMasterMk cId="1628519446" sldId="2147483662"/>
            <pc:sldLayoutMk cId="1963953103" sldId="2147483692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41" v="60" actId="2696"/>
          <pc:sldLayoutMkLst>
            <pc:docMk/>
            <pc:sldMasterMk cId="1628519446" sldId="2147483662"/>
            <pc:sldLayoutMk cId="1516476346" sldId="2147483693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40" v="59" actId="2696"/>
          <pc:sldLayoutMkLst>
            <pc:docMk/>
            <pc:sldMasterMk cId="1628519446" sldId="2147483662"/>
            <pc:sldLayoutMk cId="3718354204" sldId="2147483694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8" v="55" actId="2696"/>
          <pc:sldLayoutMkLst>
            <pc:docMk/>
            <pc:sldMasterMk cId="1628519446" sldId="2147483662"/>
            <pc:sldLayoutMk cId="1573534224" sldId="2147483695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5" v="41" actId="2696"/>
          <pc:sldLayoutMkLst>
            <pc:docMk/>
            <pc:sldMasterMk cId="1628519446" sldId="2147483662"/>
            <pc:sldLayoutMk cId="1805340407" sldId="2147483696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62" v="24" actId="2696"/>
          <pc:sldLayoutMkLst>
            <pc:docMk/>
            <pc:sldMasterMk cId="1628519446" sldId="2147483662"/>
            <pc:sldLayoutMk cId="3905245105" sldId="2147483697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70" v="28" actId="2696"/>
          <pc:sldLayoutMkLst>
            <pc:docMk/>
            <pc:sldMasterMk cId="1628519446" sldId="2147483662"/>
            <pc:sldLayoutMk cId="204674388" sldId="2147483698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76" v="35" actId="2696"/>
          <pc:sldLayoutMkLst>
            <pc:docMk/>
            <pc:sldMasterMk cId="1628519446" sldId="2147483662"/>
            <pc:sldLayoutMk cId="1439015726" sldId="2147483699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1" v="48" actId="2696"/>
          <pc:sldLayoutMkLst>
            <pc:docMk/>
            <pc:sldMasterMk cId="1628519446" sldId="2147483662"/>
            <pc:sldLayoutMk cId="1852443941" sldId="2147483700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48" v="18" actId="2696"/>
          <pc:sldLayoutMkLst>
            <pc:docMk/>
            <pc:sldMasterMk cId="1628519446" sldId="2147483662"/>
            <pc:sldLayoutMk cId="1181206331" sldId="2147483701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47" v="17" actId="2696"/>
          <pc:sldLayoutMkLst>
            <pc:docMk/>
            <pc:sldMasterMk cId="1628519446" sldId="2147483662"/>
            <pc:sldLayoutMk cId="2143993587" sldId="2147483702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7" v="44" actId="2696"/>
          <pc:sldLayoutMkLst>
            <pc:docMk/>
            <pc:sldMasterMk cId="1628519446" sldId="2147483662"/>
            <pc:sldLayoutMk cId="108114783" sldId="2147483703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39" v="15" actId="2696"/>
          <pc:sldLayoutMkLst>
            <pc:docMk/>
            <pc:sldMasterMk cId="1628519446" sldId="2147483662"/>
            <pc:sldLayoutMk cId="1420221853" sldId="2147483704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61" v="23" actId="2696"/>
          <pc:sldLayoutMkLst>
            <pc:docMk/>
            <pc:sldMasterMk cId="1628519446" sldId="2147483662"/>
            <pc:sldLayoutMk cId="1015372002" sldId="2147483705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6" v="42" actId="2696"/>
          <pc:sldLayoutMkLst>
            <pc:docMk/>
            <pc:sldMasterMk cId="1628519446" sldId="2147483662"/>
            <pc:sldLayoutMk cId="4225313397" sldId="2147483706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7" v="54" actId="2696"/>
          <pc:sldLayoutMkLst>
            <pc:docMk/>
            <pc:sldMasterMk cId="1628519446" sldId="2147483662"/>
            <pc:sldLayoutMk cId="591094825" sldId="2147483707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73" v="31" actId="2696"/>
          <pc:sldLayoutMkLst>
            <pc:docMk/>
            <pc:sldMasterMk cId="1628519446" sldId="2147483662"/>
            <pc:sldLayoutMk cId="1048327599" sldId="2147483708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76" v="34" actId="2696"/>
          <pc:sldLayoutMkLst>
            <pc:docMk/>
            <pc:sldMasterMk cId="1628519446" sldId="2147483662"/>
            <pc:sldLayoutMk cId="2387260848" sldId="2147483709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738" v="14" actId="2696"/>
          <pc:sldLayoutMkLst>
            <pc:docMk/>
            <pc:sldMasterMk cId="1628519446" sldId="2147483662"/>
            <pc:sldLayoutMk cId="1413367120" sldId="2147483710"/>
          </pc:sldLayoutMkLst>
        </pc:sldLayoutChg>
        <pc:sldLayoutChg chg="del">
          <pc:chgData name="Ashutosh Nandeshwar" userId="a9ab2e22-fa7a-4aa5-ad68-eb0c0d41c1c1" providerId="ADAL" clId="{0F620F38-C139-3F46-8E55-13192B8D315A}" dt="2023-05-13T01:26:54.958" v="45" actId="2696"/>
          <pc:sldLayoutMkLst>
            <pc:docMk/>
            <pc:sldMasterMk cId="1628519446" sldId="2147483662"/>
            <pc:sldLayoutMk cId="1353937925" sldId="2147483711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7" v="53" actId="2696"/>
          <pc:sldLayoutMkLst>
            <pc:docMk/>
            <pc:sldMasterMk cId="1628519446" sldId="2147483662"/>
            <pc:sldLayoutMk cId="1224505037" sldId="2147483712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0" v="47" actId="2696"/>
          <pc:sldLayoutMkLst>
            <pc:docMk/>
            <pc:sldMasterMk cId="1628519446" sldId="2147483662"/>
            <pc:sldLayoutMk cId="1835967805" sldId="2147483713"/>
          </pc:sldLayoutMkLst>
        </pc:sldLayoutChg>
        <pc:sldLayoutChg chg="del">
          <pc:chgData name="Ashutosh Nandeshwar" userId="a9ab2e22-fa7a-4aa5-ad68-eb0c0d41c1c1" providerId="ADAL" clId="{0F620F38-C139-3F46-8E55-13192B8D315A}" dt="2023-05-13T01:26:55.132" v="50" actId="2696"/>
          <pc:sldLayoutMkLst>
            <pc:docMk/>
            <pc:sldMasterMk cId="1628519446" sldId="2147483662"/>
            <pc:sldLayoutMk cId="1138812908" sldId="2147483714"/>
          </pc:sldLayoutMkLst>
        </pc:sldLayoutChg>
      </pc:sldMasterChg>
    </pc:docChg>
  </pc:docChgLst>
  <pc:docChgLst>
    <pc:chgData name="Ashutosh Nandeshwar" userId="a9ab2e22-fa7a-4aa5-ad68-eb0c0d41c1c1" providerId="ADAL" clId="{9F04EF91-AD59-DB42-8C91-DA74278E5BA3}"/>
    <pc:docChg chg="undo custSel modSld modMainMaster">
      <pc:chgData name="Ashutosh Nandeshwar" userId="a9ab2e22-fa7a-4aa5-ad68-eb0c0d41c1c1" providerId="ADAL" clId="{9F04EF91-AD59-DB42-8C91-DA74278E5BA3}" dt="2023-09-12T01:11:22.149" v="19" actId="1076"/>
      <pc:docMkLst>
        <pc:docMk/>
      </pc:docMkLst>
      <pc:sldChg chg="addSp modSp mod">
        <pc:chgData name="Ashutosh Nandeshwar" userId="a9ab2e22-fa7a-4aa5-ad68-eb0c0d41c1c1" providerId="ADAL" clId="{9F04EF91-AD59-DB42-8C91-DA74278E5BA3}" dt="2023-09-12T01:07:53.737" v="16" actId="14100"/>
        <pc:sldMkLst>
          <pc:docMk/>
          <pc:sldMk cId="327460940" sldId="257"/>
        </pc:sldMkLst>
        <pc:spChg chg="add mod">
          <ac:chgData name="Ashutosh Nandeshwar" userId="a9ab2e22-fa7a-4aa5-ad68-eb0c0d41c1c1" providerId="ADAL" clId="{9F04EF91-AD59-DB42-8C91-DA74278E5BA3}" dt="2023-09-12T01:07:53.737" v="16" actId="14100"/>
          <ac:spMkLst>
            <pc:docMk/>
            <pc:sldMk cId="327460940" sldId="257"/>
            <ac:spMk id="2" creationId="{FFB7382F-546E-F283-25FF-AEE2E88255DF}"/>
          </ac:spMkLst>
        </pc:spChg>
      </pc:sldChg>
      <pc:sldMasterChg chg="modSldLayout">
        <pc:chgData name="Ashutosh Nandeshwar" userId="a9ab2e22-fa7a-4aa5-ad68-eb0c0d41c1c1" providerId="ADAL" clId="{9F04EF91-AD59-DB42-8C91-DA74278E5BA3}" dt="2023-09-12T01:11:22.149" v="19" actId="1076"/>
        <pc:sldMasterMkLst>
          <pc:docMk/>
          <pc:sldMasterMk cId="983183760" sldId="2147483648"/>
        </pc:sldMasterMkLst>
        <pc:sldLayoutChg chg="modSp mod">
          <pc:chgData name="Ashutosh Nandeshwar" userId="a9ab2e22-fa7a-4aa5-ad68-eb0c0d41c1c1" providerId="ADAL" clId="{9F04EF91-AD59-DB42-8C91-DA74278E5BA3}" dt="2023-09-12T01:11:22.149" v="19" actId="1076"/>
          <pc:sldLayoutMkLst>
            <pc:docMk/>
            <pc:sldMasterMk cId="983183760" sldId="2147483648"/>
            <pc:sldLayoutMk cId="1127028118" sldId="2147483661"/>
          </pc:sldLayoutMkLst>
          <pc:spChg chg="mod">
            <ac:chgData name="Ashutosh Nandeshwar" userId="a9ab2e22-fa7a-4aa5-ad68-eb0c0d41c1c1" providerId="ADAL" clId="{9F04EF91-AD59-DB42-8C91-DA74278E5BA3}" dt="2023-09-12T01:02:50.185" v="3" actId="207"/>
            <ac:spMkLst>
              <pc:docMk/>
              <pc:sldMasterMk cId="983183760" sldId="2147483648"/>
              <pc:sldLayoutMk cId="1127028118" sldId="2147483661"/>
              <ac:spMk id="3" creationId="{4B628F13-B15B-4945-6975-DCF8412B5C9E}"/>
            </ac:spMkLst>
          </pc:spChg>
          <pc:spChg chg="mod">
            <ac:chgData name="Ashutosh Nandeshwar" userId="a9ab2e22-fa7a-4aa5-ad68-eb0c0d41c1c1" providerId="ADAL" clId="{9F04EF91-AD59-DB42-8C91-DA74278E5BA3}" dt="2023-09-12T01:11:22.149" v="19" actId="1076"/>
            <ac:spMkLst>
              <pc:docMk/>
              <pc:sldMasterMk cId="983183760" sldId="2147483648"/>
              <pc:sldLayoutMk cId="1127028118" sldId="2147483661"/>
              <ac:spMk id="5" creationId="{57949E57-FFBE-8336-E4A5-52A4E35DE163}"/>
            </ac:spMkLst>
          </pc:spChg>
          <pc:spChg chg="mod">
            <ac:chgData name="Ashutosh Nandeshwar" userId="a9ab2e22-fa7a-4aa5-ad68-eb0c0d41c1c1" providerId="ADAL" clId="{9F04EF91-AD59-DB42-8C91-DA74278E5BA3}" dt="2023-09-11T19:55:19.815" v="1" actId="1076"/>
            <ac:spMkLst>
              <pc:docMk/>
              <pc:sldMasterMk cId="983183760" sldId="2147483648"/>
              <pc:sldLayoutMk cId="1127028118" sldId="2147483661"/>
              <ac:spMk id="12" creationId="{D692FE7A-E637-D8C3-9655-5D2DC4874DA1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ot_table_side_by_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ubtitle">
            <a:extLst>
              <a:ext uri="{FF2B5EF4-FFF2-40B4-BE49-F238E27FC236}">
                <a16:creationId xmlns:a16="http://schemas.microsoft.com/office/drawing/2014/main" id="{50619ED4-83A9-4A87-B261-251D662DE2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7200" y="1074725"/>
            <a:ext cx="11049000" cy="3302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0" i="0" spc="200" baseline="0">
                <a:solidFill>
                  <a:schemeClr val="bg1">
                    <a:lumMod val="50000"/>
                  </a:schemeClr>
                </a:solidFill>
                <a:latin typeface="Karla" panose="020B0004030503030003" pitchFamily="34" charset="77"/>
              </a:defRPr>
            </a:lvl1pPr>
            <a:lvl2pPr marL="457200" indent="0">
              <a:buNone/>
              <a:defRPr sz="2000" spc="200" baseline="0">
                <a:solidFill>
                  <a:schemeClr val="bg1">
                    <a:lumMod val="50000"/>
                  </a:schemeClr>
                </a:solidFill>
              </a:defRPr>
            </a:lvl2pPr>
            <a:lvl3pPr marL="914400" indent="0">
              <a:buNone/>
              <a:defRPr sz="2000" spc="200" baseline="0">
                <a:solidFill>
                  <a:schemeClr val="bg1">
                    <a:lumMod val="50000"/>
                  </a:schemeClr>
                </a:solidFill>
              </a:defRPr>
            </a:lvl3pPr>
            <a:lvl4pPr marL="1371600" indent="0">
              <a:buNone/>
              <a:defRPr sz="2000" spc="200" baseline="0">
                <a:solidFill>
                  <a:schemeClr val="bg1">
                    <a:lumMod val="50000"/>
                  </a:schemeClr>
                </a:solidFill>
              </a:defRPr>
            </a:lvl4pPr>
            <a:lvl5pPr marL="1828800" indent="0">
              <a:buNone/>
              <a:defRPr sz="2000" spc="200" baseline="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1D170998-718F-3990-FBF1-2156D86F9E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57200"/>
            <a:ext cx="11049000" cy="51482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4000" b="0" i="0" cap="all" spc="200" baseline="0">
                <a:solidFill>
                  <a:srgbClr val="254A5D"/>
                </a:solidFill>
                <a:latin typeface="Karla Medium" panose="020B0004030503030003" pitchFamily="34" charset="77"/>
              </a:defRPr>
            </a:lvl1pPr>
            <a:lvl2pPr marL="457200" indent="0">
              <a:buNone/>
              <a:defRPr sz="4000" cap="all" spc="200" baseline="0">
                <a:solidFill>
                  <a:srgbClr val="254A5D"/>
                </a:solidFill>
              </a:defRPr>
            </a:lvl2pPr>
            <a:lvl3pPr marL="914400" indent="0">
              <a:buNone/>
              <a:defRPr sz="4000" cap="all" spc="200" baseline="0">
                <a:solidFill>
                  <a:srgbClr val="254A5D"/>
                </a:solidFill>
              </a:defRPr>
            </a:lvl3pPr>
            <a:lvl4pPr marL="1371600" indent="0">
              <a:buNone/>
              <a:defRPr sz="4000" cap="all" spc="200" baseline="0">
                <a:solidFill>
                  <a:srgbClr val="254A5D"/>
                </a:solidFill>
              </a:defRPr>
            </a:lvl4pPr>
            <a:lvl5pPr marL="1828800" indent="0">
              <a:buNone/>
              <a:defRPr sz="4000" cap="all" spc="200" baseline="0">
                <a:solidFill>
                  <a:srgbClr val="254A5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E98ABCB-9F65-2072-E3C0-22C44E54D2F9}"/>
              </a:ext>
            </a:extLst>
          </p:cNvPr>
          <p:cNvSpPr/>
          <p:nvPr userDrawn="1"/>
        </p:nvSpPr>
        <p:spPr>
          <a:xfrm>
            <a:off x="11774097" y="196187"/>
            <a:ext cx="228600" cy="228600"/>
          </a:xfrm>
          <a:prstGeom prst="ellipse">
            <a:avLst/>
          </a:prstGeom>
          <a:solidFill>
            <a:srgbClr val="DBE9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D3C532E-6B3B-C5A6-11AF-589BC84B7CC4}"/>
              </a:ext>
            </a:extLst>
          </p:cNvPr>
          <p:cNvSpPr txBox="1">
            <a:spLocks/>
          </p:cNvSpPr>
          <p:nvPr userDrawn="1"/>
        </p:nvSpPr>
        <p:spPr>
          <a:xfrm>
            <a:off x="10705617" y="165288"/>
            <a:ext cx="1068479" cy="2525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00" b="0" i="0" dirty="0">
                <a:solidFill>
                  <a:schemeClr val="bg1">
                    <a:lumMod val="50000"/>
                  </a:schemeClr>
                </a:solidFill>
                <a:latin typeface="Karla Light" panose="020B0004030503030003" pitchFamily="34" charset="77"/>
              </a:rPr>
              <a:t> CCS Fundraising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C25A80-F6EC-A0E7-7DC3-DC27B260E4B8}"/>
              </a:ext>
            </a:extLst>
          </p:cNvPr>
          <p:cNvSpPr txBox="1"/>
          <p:nvPr userDrawn="1"/>
        </p:nvSpPr>
        <p:spPr>
          <a:xfrm>
            <a:off x="11711368" y="187043"/>
            <a:ext cx="35405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8E381EA4-30F6-5746-B7DA-FA19DED5241A}" type="slidenum">
              <a:rPr lang="en-US" sz="900" b="0" i="0" smtClean="0">
                <a:solidFill>
                  <a:srgbClr val="757575"/>
                </a:solidFill>
                <a:latin typeface="Karla Medium" panose="020B0004030503030003" pitchFamily="34" charset="77"/>
              </a:rPr>
              <a:pPr algn="ctr"/>
              <a:t>‹#›</a:t>
            </a:fld>
            <a:endParaRPr lang="en-US" sz="900" dirty="0">
              <a:solidFill>
                <a:srgbClr val="757575"/>
              </a:solidFill>
            </a:endParaRPr>
          </a:p>
        </p:txBody>
      </p:sp>
      <p:sp>
        <p:nvSpPr>
          <p:cNvPr id="3" name="left_plot">
            <a:extLst>
              <a:ext uri="{FF2B5EF4-FFF2-40B4-BE49-F238E27FC236}">
                <a16:creationId xmlns:a16="http://schemas.microsoft.com/office/drawing/2014/main" id="{4B628F13-B15B-4945-6975-DCF8412B5C9E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2113995"/>
            <a:ext cx="7562335" cy="4410629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5" name="right_table">
            <a:extLst>
              <a:ext uri="{FF2B5EF4-FFF2-40B4-BE49-F238E27FC236}">
                <a16:creationId xmlns:a16="http://schemas.microsoft.com/office/drawing/2014/main" id="{57949E57-FFBE-8336-E4A5-52A4E35DE163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8257032" y="1801368"/>
            <a:ext cx="3686598" cy="441532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graph_caption">
            <a:extLst>
              <a:ext uri="{FF2B5EF4-FFF2-40B4-BE49-F238E27FC236}">
                <a16:creationId xmlns:a16="http://schemas.microsoft.com/office/drawing/2014/main" id="{5D25FE66-B53A-8B48-70E2-83DC098AC09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199" y="1779102"/>
            <a:ext cx="7562335" cy="330200"/>
          </a:xfrm>
        </p:spPr>
        <p:txBody>
          <a:bodyPr bIns="0" anchor="b">
            <a:noAutofit/>
          </a:bodyPr>
          <a:lstStyle>
            <a:lvl1pPr marL="0" indent="0" algn="ctr">
              <a:buNone/>
              <a:defRPr sz="1600">
                <a:solidFill>
                  <a:srgbClr val="254A5D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brace_img">
            <a:extLst>
              <a:ext uri="{FF2B5EF4-FFF2-40B4-BE49-F238E27FC236}">
                <a16:creationId xmlns:a16="http://schemas.microsoft.com/office/drawing/2014/main" id="{4192AA94-D130-27CA-2D26-05CB7CD0056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469097" y="2084662"/>
            <a:ext cx="3538538" cy="1889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2" name="source_footer">
            <a:extLst>
              <a:ext uri="{FF2B5EF4-FFF2-40B4-BE49-F238E27FC236}">
                <a16:creationId xmlns:a16="http://schemas.microsoft.com/office/drawing/2014/main" id="{D692FE7A-E637-D8C3-9655-5D2DC4874DA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490896" y="6526024"/>
            <a:ext cx="5511800" cy="333375"/>
          </a:xfrm>
        </p:spPr>
        <p:txBody>
          <a:bodyPr anchor="ctr">
            <a:normAutofit/>
          </a:bodyPr>
          <a:lstStyle>
            <a:lvl1pPr marL="0" indent="0" algn="r">
              <a:buNone/>
              <a:defRPr sz="120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028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2">
          <p15:clr>
            <a:srgbClr val="FBAE40"/>
          </p15:clr>
        </p15:guide>
        <p15:guide id="2" orient="horz" pos="2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A6A1-F19B-CAE7-7C43-C29B21E8A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B927EC-4779-9909-2039-50449FA506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7C745-8B37-019E-A5A2-816CE9352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14025-14F6-0B01-03FD-5CE69B2CF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98613-786E-FE37-4073-93FBA723A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76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C5DE3-4644-7048-BAE7-56B52ACF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9A51A-20FB-8824-EBC9-2DDB78C13E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BF2CF-163A-F386-E355-C01AEC4B1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BCC50-FF40-EF6F-CF12-EA0BB7983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52516B-FE6F-EADD-6328-F800C149C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294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E0F1-3BC5-6811-2CE6-33AB2B022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0744E3-F095-4BC1-14C1-85AF02D870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E1176-205A-6A47-8FCB-FA54B4091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ED5AB-B95A-F7DB-A7CF-9626921F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DCFC5-27D6-3BEB-184A-82456CEF7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0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57614-4B78-CA02-3682-7DE582F0F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BB2D6-B82A-8743-C188-912D4E9C57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AD1BA5-8701-9587-AA85-0D953BBB3D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787327-2DDF-3256-9563-3765A359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9563D5-1FC8-E08B-6EF7-F85EEB017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35C2D1-14E1-5DDE-8CD4-4B60C8A2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286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1FFB-92BE-D9D0-F7FB-002EB899B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6E4169-FFB5-C702-C64B-E84342466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E8D40-575C-4337-FABD-96B517712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E2A698-2C71-EAAE-36F0-7FEB65F48A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AAF46-B69E-9460-CF51-3946D5EFCF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843B74-615F-984B-6F51-47296B86E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C58917-D64D-6AE3-8152-6B66BE196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DE45BA-7094-2AF7-25F1-6BA702849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921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E950-F0BB-74A7-F390-06E26FA42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7DA55F-DD1F-F4D0-F878-76EBC37A4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1BC15-C7CD-5775-C593-D95653B4F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8BC3CE-EDD8-7555-B681-02DACB364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046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2E8D3C-4713-3A1A-D788-F69D3126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51C1D4-CEDE-C632-0CF5-ED8DC75CF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E0B80-643D-683C-BC31-5B0DA953C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871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F0A80-2DFA-178F-21F2-A91B42438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C4127-125A-F370-3F11-839BA4462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9A62-9615-39D0-B379-00607E0A5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69317-C034-A545-7CFE-B5AED8B49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D3CF8E-0FA8-D615-29F2-A7F8FE6E6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11B68-4934-FDDA-8E21-7751222C5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360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64A5B-DB2E-BC57-29EC-B11FB2FAC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B9DB9-6589-8069-8DFD-BE4A0C6A76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81F631-9B87-5045-0084-FE7B5A433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EB7848-ACC2-26E4-1A8C-1EBDE652B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AE765-4046-B720-A882-F3BBE2331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22BDB8-36FC-5DF9-0D86-F7ADA743C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159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13188-34AC-D656-2045-0118B19BE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37917-643F-AFB9-B96A-9654A66B01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6581DF-6A51-40F9-25D5-FAAA31898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09EC1-AA45-3092-1451-BB493C9D9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F6CD4-8FF8-B858-06E9-1EA47D64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7929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FBF10-AB27-EF32-18AE-4578820127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B6DADE-5F4A-8B10-2F4D-3C7F315309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D14CA-3FCF-3AF7-ADDD-90ED72021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082E8-73AE-0443-9211-048CA87033AA}" type="datetimeFigureOut">
              <a:rPr lang="en-US" smtClean="0"/>
              <a:t>9/11/23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937AD-EC18-D8B7-99FB-B24CE651E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9F521-09DB-302B-7295-1FE8460E6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3744F-32DB-BD4B-B697-C0670FE089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947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E2613DF8-3B01-5433-BB6D-F11366722BA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30162" y="0"/>
            <a:ext cx="7928911" cy="6858000"/>
          </a:xfrm>
          <a:custGeom>
            <a:avLst/>
            <a:gdLst>
              <a:gd name="connsiteX0" fmla="*/ 0 w 7928911"/>
              <a:gd name="connsiteY0" fmla="*/ 0 h 6858000"/>
              <a:gd name="connsiteX1" fmla="*/ 7928911 w 7928911"/>
              <a:gd name="connsiteY1" fmla="*/ 0 h 6858000"/>
              <a:gd name="connsiteX2" fmla="*/ 1070911 w 7928911"/>
              <a:gd name="connsiteY2" fmla="*/ 6858000 h 6858000"/>
              <a:gd name="connsiteX3" fmla="*/ 0 w 792891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28911" h="6858000">
                <a:moveTo>
                  <a:pt x="0" y="0"/>
                </a:moveTo>
                <a:lnTo>
                  <a:pt x="7928911" y="0"/>
                </a:lnTo>
                <a:lnTo>
                  <a:pt x="1070911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26" name="Presentation_TItle">
            <a:extLst>
              <a:ext uri="{FF2B5EF4-FFF2-40B4-BE49-F238E27FC236}">
                <a16:creationId xmlns:a16="http://schemas.microsoft.com/office/drawing/2014/main" id="{ADD87412-82D6-A515-DF8B-025EDE80E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49365" y="3505200"/>
            <a:ext cx="5562600" cy="11430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Multi-Line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422D96-EB6F-9EE4-2D78-3043BC60F2C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03753" y="536878"/>
            <a:ext cx="1018401" cy="590745"/>
          </a:xfrm>
          <a:prstGeom prst="rect">
            <a:avLst/>
          </a:prstGeom>
        </p:spPr>
      </p:pic>
      <p:sp>
        <p:nvSpPr>
          <p:cNvPr id="5" name="orgname">
            <a:extLst>
              <a:ext uri="{FF2B5EF4-FFF2-40B4-BE49-F238E27FC236}">
                <a16:creationId xmlns:a16="http://schemas.microsoft.com/office/drawing/2014/main" id="{33A7C9B6-DBD7-2B61-DD27-B359459C6D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49365" y="4924425"/>
            <a:ext cx="5561012" cy="320040"/>
          </a:xfrm>
        </p:spPr>
        <p:txBody>
          <a:bodyPr tIns="0" bIns="0" anchor="ctr" anchorCtr="0"/>
          <a:lstStyle/>
          <a:p>
            <a:pPr lvl="0"/>
            <a:endParaRPr lang="en-US" dirty="0"/>
          </a:p>
        </p:txBody>
      </p:sp>
      <p:sp>
        <p:nvSpPr>
          <p:cNvPr id="7" name="month_year">
            <a:extLst>
              <a:ext uri="{FF2B5EF4-FFF2-40B4-BE49-F238E27FC236}">
                <a16:creationId xmlns:a16="http://schemas.microsoft.com/office/drawing/2014/main" id="{6F5952BE-55A5-1C39-5E5E-035243667E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49365" y="5275070"/>
            <a:ext cx="5561012" cy="320040"/>
          </a:xfrm>
        </p:spPr>
        <p:txBody>
          <a:bodyPr tIns="0" bIns="0" anchor="ctr" anchorCtr="0"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324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8B244E-D6DC-AC06-8731-12716794E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5CBEDB-7E0B-1179-605A-A0459E83D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065F-BDDE-A678-9BD9-7172382CBB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arla" panose="020B0004030503030003" pitchFamily="34" charset="77"/>
              </a:defRPr>
            </a:lvl1pPr>
          </a:lstStyle>
          <a:p>
            <a:fld id="{3F2082E8-73AE-0443-9211-048CA87033AA}" type="datetimeFigureOut">
              <a:rPr lang="en-US" smtClean="0"/>
              <a:pPr/>
              <a:t>9/11/23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4C7BD-39DD-AC35-2B56-48C2E0B85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arla" panose="020B0004030503030003" pitchFamily="34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E4D4F-8FE6-B9A3-1901-67F06AF7B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arla" panose="020B0004030503030003" pitchFamily="34" charset="77"/>
              </a:defRPr>
            </a:lvl1pPr>
          </a:lstStyle>
          <a:p>
            <a:fld id="{BC43744F-32DB-BD4B-B697-C0670FE089A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183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arla" panose="020B00040305030300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arla" panose="020B00040305030300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arla" panose="020B00040305030300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arla" panose="020B00040305030300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arla" panose="020B00040305030300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arla" panose="020B00040305030300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790826-9824-226B-93BA-78796E11D86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C2BAD-F780-4A88-BD80-6CA396FC9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199"/>
            <a:ext cx="11277600" cy="838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F216F9-1819-C88F-2802-1616DA5A2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8519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Karla Medium" panose="020B0004030503030003" pitchFamily="34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700" b="0" i="0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1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rgbClr val="757575"/>
          </a:solidFill>
          <a:latin typeface="Karla Light" panose="020B00040305030300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4DB909B4-2FA7-D63C-BE73-8D3C3EDF99F8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4" b="34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AC44777-8983-4366-4BC2-D6233004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Campaign Simulation Results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5CC37-6EC0-38CE-DA82-C7FD08377C0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161088" y="5029200"/>
            <a:ext cx="5562600" cy="527142"/>
          </a:xfrm>
        </p:spPr>
        <p:txBody>
          <a:bodyPr>
            <a:normAutofit/>
          </a:bodyPr>
          <a:lstStyle/>
          <a:p>
            <a:endParaRPr lang="en-US" dirty="0">
              <a:solidFill>
                <a:srgbClr val="5C6271"/>
              </a:solidFill>
            </a:endParaRPr>
          </a:p>
          <a:p>
            <a:endParaRPr lang="en-US" dirty="0">
              <a:solidFill>
                <a:srgbClr val="5C6271"/>
              </a:solidFill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B2B5C33D-FD4E-5D10-622A-811598AF17F0}"/>
              </a:ext>
            </a:extLst>
          </p:cNvPr>
          <p:cNvSpPr/>
          <p:nvPr/>
        </p:nvSpPr>
        <p:spPr>
          <a:xfrm rot="18900000">
            <a:off x="1538997" y="180310"/>
            <a:ext cx="1692124" cy="8524301"/>
          </a:xfrm>
          <a:custGeom>
            <a:avLst/>
            <a:gdLst>
              <a:gd name="connsiteX0" fmla="*/ 1692124 w 1692124"/>
              <a:gd name="connsiteY0" fmla="*/ 0 h 8524301"/>
              <a:gd name="connsiteX1" fmla="*/ 1692124 w 1692124"/>
              <a:gd name="connsiteY1" fmla="*/ 8524301 h 8524301"/>
              <a:gd name="connsiteX2" fmla="*/ 0 w 1692124"/>
              <a:gd name="connsiteY2" fmla="*/ 6832177 h 8524301"/>
              <a:gd name="connsiteX3" fmla="*/ 0 w 1692124"/>
              <a:gd name="connsiteY3" fmla="*/ 1692124 h 8524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2124" h="8524301">
                <a:moveTo>
                  <a:pt x="1692124" y="0"/>
                </a:moveTo>
                <a:lnTo>
                  <a:pt x="1692124" y="8524301"/>
                </a:lnTo>
                <a:lnTo>
                  <a:pt x="0" y="6832177"/>
                </a:lnTo>
                <a:lnTo>
                  <a:pt x="0" y="1692124"/>
                </a:lnTo>
                <a:close/>
              </a:path>
            </a:pathLst>
          </a:custGeom>
          <a:solidFill>
            <a:srgbClr val="254A5D">
              <a:alpha val="55357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53BF86B-1D56-7B9C-7881-D3746921632B}"/>
              </a:ext>
            </a:extLst>
          </p:cNvPr>
          <p:cNvCxnSpPr>
            <a:cxnSpLocks/>
          </p:cNvCxnSpPr>
          <p:nvPr/>
        </p:nvCxnSpPr>
        <p:spPr>
          <a:xfrm flipH="1">
            <a:off x="4267200" y="3012763"/>
            <a:ext cx="1487860" cy="1414457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027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B7382F-546E-F283-25FF-AEE2E88255DF}"/>
              </a:ext>
            </a:extLst>
          </p:cNvPr>
          <p:cNvSpPr/>
          <p:nvPr/>
        </p:nvSpPr>
        <p:spPr>
          <a:xfrm>
            <a:off x="457200" y="1783080"/>
            <a:ext cx="7452360" cy="47457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60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le Slides">
  <a:themeElements>
    <a:clrScheme name="CCS Colors">
      <a:dk1>
        <a:srgbClr val="254A5D"/>
      </a:dk1>
      <a:lt1>
        <a:srgbClr val="FFFFFF"/>
      </a:lt1>
      <a:dk2>
        <a:srgbClr val="D9E1E2"/>
      </a:dk2>
      <a:lt2>
        <a:srgbClr val="D9E1E2"/>
      </a:lt2>
      <a:accent1>
        <a:srgbClr val="E1523D"/>
      </a:accent1>
      <a:accent2>
        <a:srgbClr val="2DCCD3"/>
      </a:accent2>
      <a:accent3>
        <a:srgbClr val="ECB22D"/>
      </a:accent3>
      <a:accent4>
        <a:srgbClr val="6B8E92"/>
      </a:accent4>
      <a:accent5>
        <a:srgbClr val="65BAAF"/>
      </a:accent5>
      <a:accent6>
        <a:srgbClr val="016273"/>
      </a:accent6>
      <a:hlink>
        <a:srgbClr val="E1523D"/>
      </a:hlink>
      <a:folHlink>
        <a:srgbClr val="2DCCD3"/>
      </a:folHlink>
    </a:clrScheme>
    <a:fontScheme name="CCS Font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3</Words>
  <Application>Microsoft Macintosh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Calibri</vt:lpstr>
      <vt:lpstr>Calibri Light</vt:lpstr>
      <vt:lpstr>Karla</vt:lpstr>
      <vt:lpstr>Karla Light</vt:lpstr>
      <vt:lpstr>Karla Medium</vt:lpstr>
      <vt:lpstr>Office Theme</vt:lpstr>
      <vt:lpstr>Title Slides</vt:lpstr>
      <vt:lpstr>Campaign Simulation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Ashutosh Nandeshwar</dc:creator>
  <cp:lastModifiedBy>Ashutosh Nandeshwar</cp:lastModifiedBy>
  <cp:revision>5</cp:revision>
  <dcterms:created xsi:type="dcterms:W3CDTF">2023-05-12T23:46:18Z</dcterms:created>
  <dcterms:modified xsi:type="dcterms:W3CDTF">2023-09-12T01:11:27Z</dcterms:modified>
</cp:coreProperties>
</file>